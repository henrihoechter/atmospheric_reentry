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1" r:id="rId1"/>
    <p:sldMasterId id="2147483648" r:id="rId2"/>
  </p:sldMasterIdLst>
  <p:notesMasterIdLst>
    <p:notesMasterId r:id="rId14"/>
  </p:notesMasterIdLst>
  <p:sldIdLst>
    <p:sldId id="256" r:id="rId3"/>
    <p:sldId id="257" r:id="rId4"/>
    <p:sldId id="259" r:id="rId5"/>
    <p:sldId id="260" r:id="rId6"/>
    <p:sldId id="264" r:id="rId7"/>
    <p:sldId id="261" r:id="rId8"/>
    <p:sldId id="265" r:id="rId9"/>
    <p:sldId id="266" r:id="rId10"/>
    <p:sldId id="267" r:id="rId11"/>
    <p:sldId id="262" r:id="rId12"/>
    <p:sldId id="268" r:id="rId13"/>
  </p:sldIdLst>
  <p:sldSz cx="21336000" cy="13335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3800" kern="1200">
        <a:solidFill>
          <a:srgbClr val="000000"/>
        </a:solidFill>
        <a:latin typeface="Liberation Sans Regular" pitchFamily="122" charset="0"/>
        <a:ea typeface="PingFang SC Regular" pitchFamily="122" charset="-122"/>
        <a:cs typeface="+mn-cs"/>
        <a:sym typeface="Liberation Sans Regular" pitchFamily="122" charset="0"/>
      </a:defRPr>
    </a:lvl1pPr>
    <a:lvl2pPr marL="457200" algn="l" rtl="0" fontAlgn="base">
      <a:spcBef>
        <a:spcPct val="0"/>
      </a:spcBef>
      <a:spcAft>
        <a:spcPct val="0"/>
      </a:spcAft>
      <a:defRPr sz="3800" kern="1200">
        <a:solidFill>
          <a:srgbClr val="000000"/>
        </a:solidFill>
        <a:latin typeface="Liberation Sans Regular" pitchFamily="122" charset="0"/>
        <a:ea typeface="PingFang SC Regular" pitchFamily="122" charset="-122"/>
        <a:cs typeface="+mn-cs"/>
        <a:sym typeface="Liberation Sans Regular" pitchFamily="122" charset="0"/>
      </a:defRPr>
    </a:lvl2pPr>
    <a:lvl3pPr marL="914400" algn="l" rtl="0" fontAlgn="base">
      <a:spcBef>
        <a:spcPct val="0"/>
      </a:spcBef>
      <a:spcAft>
        <a:spcPct val="0"/>
      </a:spcAft>
      <a:defRPr sz="3800" kern="1200">
        <a:solidFill>
          <a:srgbClr val="000000"/>
        </a:solidFill>
        <a:latin typeface="Liberation Sans Regular" pitchFamily="122" charset="0"/>
        <a:ea typeface="PingFang SC Regular" pitchFamily="122" charset="-122"/>
        <a:cs typeface="+mn-cs"/>
        <a:sym typeface="Liberation Sans Regular" pitchFamily="122" charset="0"/>
      </a:defRPr>
    </a:lvl3pPr>
    <a:lvl4pPr marL="1371600" algn="l" rtl="0" fontAlgn="base">
      <a:spcBef>
        <a:spcPct val="0"/>
      </a:spcBef>
      <a:spcAft>
        <a:spcPct val="0"/>
      </a:spcAft>
      <a:defRPr sz="3800" kern="1200">
        <a:solidFill>
          <a:srgbClr val="000000"/>
        </a:solidFill>
        <a:latin typeface="Liberation Sans Regular" pitchFamily="122" charset="0"/>
        <a:ea typeface="PingFang SC Regular" pitchFamily="122" charset="-122"/>
        <a:cs typeface="+mn-cs"/>
        <a:sym typeface="Liberation Sans Regular" pitchFamily="122" charset="0"/>
      </a:defRPr>
    </a:lvl4pPr>
    <a:lvl5pPr marL="1828800" algn="l" rtl="0" fontAlgn="base">
      <a:spcBef>
        <a:spcPct val="0"/>
      </a:spcBef>
      <a:spcAft>
        <a:spcPct val="0"/>
      </a:spcAft>
      <a:defRPr sz="3800" kern="1200">
        <a:solidFill>
          <a:srgbClr val="000000"/>
        </a:solidFill>
        <a:latin typeface="Liberation Sans Regular" pitchFamily="122" charset="0"/>
        <a:ea typeface="PingFang SC Regular" pitchFamily="122" charset="-122"/>
        <a:cs typeface="+mn-cs"/>
        <a:sym typeface="Liberation Sans Regular" pitchFamily="122" charset="0"/>
      </a:defRPr>
    </a:lvl5pPr>
    <a:lvl6pPr marL="2286000" algn="l" defTabSz="914400" rtl="0" eaLnBrk="1" latinLnBrk="0" hangingPunct="1">
      <a:defRPr sz="3800" kern="1200">
        <a:solidFill>
          <a:srgbClr val="000000"/>
        </a:solidFill>
        <a:latin typeface="Liberation Sans Regular" pitchFamily="122" charset="0"/>
        <a:ea typeface="PingFang SC Regular" pitchFamily="122" charset="-122"/>
        <a:cs typeface="+mn-cs"/>
        <a:sym typeface="Liberation Sans Regular" pitchFamily="122" charset="0"/>
      </a:defRPr>
    </a:lvl6pPr>
    <a:lvl7pPr marL="2743200" algn="l" defTabSz="914400" rtl="0" eaLnBrk="1" latinLnBrk="0" hangingPunct="1">
      <a:defRPr sz="3800" kern="1200">
        <a:solidFill>
          <a:srgbClr val="000000"/>
        </a:solidFill>
        <a:latin typeface="Liberation Sans Regular" pitchFamily="122" charset="0"/>
        <a:ea typeface="PingFang SC Regular" pitchFamily="122" charset="-122"/>
        <a:cs typeface="+mn-cs"/>
        <a:sym typeface="Liberation Sans Regular" pitchFamily="122" charset="0"/>
      </a:defRPr>
    </a:lvl7pPr>
    <a:lvl8pPr marL="3200400" algn="l" defTabSz="914400" rtl="0" eaLnBrk="1" latinLnBrk="0" hangingPunct="1">
      <a:defRPr sz="3800" kern="1200">
        <a:solidFill>
          <a:srgbClr val="000000"/>
        </a:solidFill>
        <a:latin typeface="Liberation Sans Regular" pitchFamily="122" charset="0"/>
        <a:ea typeface="PingFang SC Regular" pitchFamily="122" charset="-122"/>
        <a:cs typeface="+mn-cs"/>
        <a:sym typeface="Liberation Sans Regular" pitchFamily="122" charset="0"/>
      </a:defRPr>
    </a:lvl8pPr>
    <a:lvl9pPr marL="3657600" algn="l" defTabSz="914400" rtl="0" eaLnBrk="1" latinLnBrk="0" hangingPunct="1">
      <a:defRPr sz="3800" kern="1200">
        <a:solidFill>
          <a:srgbClr val="000000"/>
        </a:solidFill>
        <a:latin typeface="Liberation Sans Regular" pitchFamily="122" charset="0"/>
        <a:ea typeface="PingFang SC Regular" pitchFamily="122" charset="-122"/>
        <a:cs typeface="+mn-cs"/>
        <a:sym typeface="Liberation Sans Regular" pitchFamily="122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8599F"/>
    <a:srgbClr val="B52A2D"/>
    <a:srgbClr val="B62A2D"/>
    <a:srgbClr val="009AC6"/>
    <a:srgbClr val="FFBFBF"/>
    <a:srgbClr val="EFE1FD"/>
    <a:srgbClr val="C189F7"/>
    <a:srgbClr val="24C600"/>
    <a:srgbClr val="537BC0"/>
    <a:srgbClr val="416EB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7920" autoAdjust="0"/>
  </p:normalViewPr>
  <p:slideViewPr>
    <p:cSldViewPr snapToGrid="0" snapToObjects="1">
      <p:cViewPr>
        <p:scale>
          <a:sx n="50" d="100"/>
          <a:sy n="50" d="100"/>
        </p:scale>
        <p:origin x="624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BA6FE5-4EA8-41A5-9250-1C90AE546EB4}" type="datetimeFigureOut">
              <a:rPr lang="de-DE" smtClean="0"/>
              <a:t>21.07.2025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98ABD8-7F70-4EF1-A6AD-0BE30C33A20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313152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2 min.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this</a:t>
            </a:r>
            <a:r>
              <a:rPr lang="de-DE" dirty="0"/>
              <a:t> </a:t>
            </a:r>
            <a:r>
              <a:rPr lang="de-DE" dirty="0" err="1"/>
              <a:t>slide</a:t>
            </a:r>
            <a:endParaRPr lang="de-DE" dirty="0"/>
          </a:p>
          <a:p>
            <a:endParaRPr lang="de-DE" dirty="0"/>
          </a:p>
          <a:p>
            <a:r>
              <a:rPr lang="de-DE" dirty="0"/>
              <a:t>Focus on: 	1. </a:t>
            </a:r>
            <a:r>
              <a:rPr lang="de-DE" dirty="0" err="1"/>
              <a:t>hypersonic</a:t>
            </a:r>
            <a:r>
              <a:rPr lang="de-DE" dirty="0"/>
              <a:t> </a:t>
            </a:r>
            <a:r>
              <a:rPr lang="de-DE" dirty="0" err="1"/>
              <a:t>flows</a:t>
            </a:r>
            <a:r>
              <a:rPr lang="de-DE" dirty="0"/>
              <a:t> </a:t>
            </a:r>
            <a:r>
              <a:rPr lang="de-DE" dirty="0" err="1"/>
              <a:t>contain</a:t>
            </a:r>
            <a:r>
              <a:rPr lang="de-DE" dirty="0"/>
              <a:t> a </a:t>
            </a:r>
            <a:r>
              <a:rPr lang="de-DE" dirty="0" err="1"/>
              <a:t>lot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energy</a:t>
            </a:r>
            <a:r>
              <a:rPr lang="de-DE" dirty="0"/>
              <a:t>!</a:t>
            </a:r>
          </a:p>
          <a:p>
            <a:r>
              <a:rPr lang="de-DE" dirty="0"/>
              <a:t>	2. different </a:t>
            </a:r>
            <a:r>
              <a:rPr lang="de-DE" dirty="0" err="1"/>
              <a:t>phenomena</a:t>
            </a:r>
            <a:r>
              <a:rPr lang="de-DE" dirty="0"/>
              <a:t> in different </a:t>
            </a:r>
            <a:r>
              <a:rPr lang="de-DE" dirty="0" err="1"/>
              <a:t>heights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98ABD8-7F70-4EF1-A6AD-0BE30C33A20F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552688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2 min.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this</a:t>
            </a:r>
            <a:r>
              <a:rPr lang="de-DE" dirty="0"/>
              <a:t> </a:t>
            </a:r>
            <a:r>
              <a:rPr lang="de-DE" dirty="0" err="1"/>
              <a:t>slide</a:t>
            </a:r>
            <a:endParaRPr lang="de-DE" dirty="0"/>
          </a:p>
          <a:p>
            <a:endParaRPr lang="de-DE" dirty="0"/>
          </a:p>
          <a:p>
            <a:r>
              <a:rPr lang="de-DE" dirty="0"/>
              <a:t>Focus on:	1. Energies in </a:t>
            </a:r>
            <a:r>
              <a:rPr lang="de-DE" dirty="0" err="1"/>
              <a:t>hypersonics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complicated</a:t>
            </a:r>
            <a:endParaRPr lang="de-DE" dirty="0"/>
          </a:p>
          <a:p>
            <a:r>
              <a:rPr lang="de-DE" dirty="0"/>
              <a:t>	2. different </a:t>
            </a:r>
            <a:r>
              <a:rPr lang="de-DE" dirty="0" err="1"/>
              <a:t>solvers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needed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different </a:t>
            </a:r>
            <a:r>
              <a:rPr lang="de-DE" dirty="0" err="1"/>
              <a:t>stages</a:t>
            </a:r>
            <a:endParaRPr lang="de-DE" dirty="0"/>
          </a:p>
          <a:p>
            <a:endParaRPr lang="de-DE" dirty="0"/>
          </a:p>
          <a:p>
            <a:r>
              <a:rPr lang="de-DE" dirty="0"/>
              <a:t>Draw an </a:t>
            </a:r>
            <a:r>
              <a:rPr lang="de-DE" dirty="0" err="1"/>
              <a:t>blackboard</a:t>
            </a:r>
            <a:r>
              <a:rPr lang="de-DE" dirty="0"/>
              <a:t>: </a:t>
            </a:r>
            <a:r>
              <a:rPr lang="de-DE" dirty="0" err="1"/>
              <a:t>definition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translational, </a:t>
            </a:r>
            <a:r>
              <a:rPr lang="de-DE" dirty="0" err="1"/>
              <a:t>rotational</a:t>
            </a:r>
            <a:r>
              <a:rPr lang="de-DE" dirty="0"/>
              <a:t> and </a:t>
            </a:r>
            <a:r>
              <a:rPr lang="de-DE" dirty="0" err="1"/>
              <a:t>vibrational</a:t>
            </a:r>
            <a:r>
              <a:rPr lang="de-DE" dirty="0"/>
              <a:t> </a:t>
            </a:r>
          </a:p>
          <a:p>
            <a:endParaRPr lang="de-DE" dirty="0"/>
          </a:p>
          <a:p>
            <a:endParaRPr lang="de-DE" dirty="0"/>
          </a:p>
          <a:p>
            <a:r>
              <a:rPr lang="de-DE" dirty="0" err="1"/>
              <a:t>Explain</a:t>
            </a:r>
            <a:r>
              <a:rPr lang="de-DE" dirty="0"/>
              <a:t>: </a:t>
            </a:r>
            <a:r>
              <a:rPr lang="de-DE" dirty="0" err="1"/>
              <a:t>why</a:t>
            </a:r>
            <a:r>
              <a:rPr lang="de-DE" dirty="0"/>
              <a:t> </a:t>
            </a:r>
            <a:r>
              <a:rPr lang="de-DE" dirty="0" err="1"/>
              <a:t>two</a:t>
            </a:r>
            <a:r>
              <a:rPr lang="de-DE" dirty="0"/>
              <a:t> </a:t>
            </a:r>
            <a:r>
              <a:rPr lang="de-DE" dirty="0" err="1"/>
              <a:t>temperature</a:t>
            </a:r>
            <a:r>
              <a:rPr lang="de-DE" dirty="0"/>
              <a:t> </a:t>
            </a:r>
            <a:r>
              <a:rPr lang="de-DE" dirty="0" err="1"/>
              <a:t>model</a:t>
            </a:r>
            <a:r>
              <a:rPr lang="de-DE" dirty="0"/>
              <a:t>!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98ABD8-7F70-4EF1-A6AD-0BE30C33A20F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550456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2 min.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this</a:t>
            </a:r>
            <a:r>
              <a:rPr lang="de-DE" dirty="0"/>
              <a:t> </a:t>
            </a:r>
            <a:r>
              <a:rPr lang="de-DE" dirty="0" err="1"/>
              <a:t>slide</a:t>
            </a:r>
            <a:endParaRPr lang="de-DE" dirty="0"/>
          </a:p>
          <a:p>
            <a:endParaRPr lang="de-DE" dirty="0"/>
          </a:p>
          <a:p>
            <a:r>
              <a:rPr lang="de-DE" dirty="0"/>
              <a:t>Focus on:	1. </a:t>
            </a:r>
            <a:r>
              <a:rPr lang="de-DE" dirty="0" err="1"/>
              <a:t>What</a:t>
            </a:r>
            <a:r>
              <a:rPr lang="de-DE" dirty="0"/>
              <a:t> </a:t>
            </a:r>
            <a:r>
              <a:rPr lang="de-DE" dirty="0" err="1"/>
              <a:t>did</a:t>
            </a:r>
            <a:r>
              <a:rPr lang="de-DE" dirty="0"/>
              <a:t> </a:t>
            </a:r>
            <a:r>
              <a:rPr lang="de-DE" dirty="0" err="1"/>
              <a:t>we</a:t>
            </a:r>
            <a:r>
              <a:rPr lang="de-DE" dirty="0"/>
              <a:t> do?</a:t>
            </a:r>
          </a:p>
          <a:p>
            <a:r>
              <a:rPr lang="de-DE" dirty="0"/>
              <a:t>	2. </a:t>
            </a:r>
            <a:r>
              <a:rPr lang="de-DE" dirty="0" err="1"/>
              <a:t>Why</a:t>
            </a:r>
            <a:r>
              <a:rPr lang="de-DE" dirty="0"/>
              <a:t> </a:t>
            </a:r>
            <a:r>
              <a:rPr lang="de-DE" dirty="0" err="1"/>
              <a:t>did</a:t>
            </a:r>
            <a:r>
              <a:rPr lang="de-DE" dirty="0"/>
              <a:t> </a:t>
            </a:r>
            <a:r>
              <a:rPr lang="de-DE" dirty="0" err="1"/>
              <a:t>we</a:t>
            </a:r>
            <a:r>
              <a:rPr lang="de-DE" dirty="0"/>
              <a:t> do </a:t>
            </a:r>
            <a:r>
              <a:rPr lang="de-DE" dirty="0" err="1"/>
              <a:t>it</a:t>
            </a:r>
            <a:r>
              <a:rPr lang="de-DE" dirty="0"/>
              <a:t> </a:t>
            </a:r>
            <a:r>
              <a:rPr lang="de-DE" dirty="0" err="1"/>
              <a:t>that</a:t>
            </a:r>
            <a:r>
              <a:rPr lang="de-DE" dirty="0"/>
              <a:t> </a:t>
            </a:r>
            <a:r>
              <a:rPr lang="de-DE" dirty="0" err="1"/>
              <a:t>way</a:t>
            </a:r>
            <a:r>
              <a:rPr lang="de-DE" dirty="0"/>
              <a:t>?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98ABD8-7F70-4EF1-A6AD-0BE30C33A20F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407863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0"/>
          </p:nvPr>
        </p:nvSpPr>
        <p:spPr>
          <a:xfrm>
            <a:off x="1019175" y="3930650"/>
            <a:ext cx="8712200" cy="72009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</p:spTree>
    <p:extLst>
      <p:ext uri="{BB962C8B-B14F-4D97-AF65-F5344CB8AC3E}">
        <p14:creationId xmlns:p14="http://schemas.microsoft.com/office/powerpoint/2010/main" val="1052028350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ssertion and Eviden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Box 3">
            <a:extLst>
              <a:ext uri="{FF2B5EF4-FFF2-40B4-BE49-F238E27FC236}">
                <a16:creationId xmlns:a16="http://schemas.microsoft.com/office/drawing/2014/main" id="{DA15F8AD-0855-4676-45DC-8E2CEBD5E182}"/>
              </a:ext>
            </a:extLst>
          </p:cNvPr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4CA6C39-AB4B-4DBC-A95E-30D849BB425C}" type="slidenum">
              <a:rPr lang="en-US" altLang="de-DE"/>
              <a:pPr/>
              <a:t>‹Nr.›</a:t>
            </a:fld>
            <a:endParaRPr lang="en-US" altLang="de-DE"/>
          </a:p>
        </p:txBody>
      </p:sp>
    </p:spTree>
    <p:extLst>
      <p:ext uri="{BB962C8B-B14F-4D97-AF65-F5344CB8AC3E}">
        <p14:creationId xmlns:p14="http://schemas.microsoft.com/office/powerpoint/2010/main" val="848388791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sser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Box 3">
            <a:extLst>
              <a:ext uri="{FF2B5EF4-FFF2-40B4-BE49-F238E27FC236}">
                <a16:creationId xmlns:a16="http://schemas.microsoft.com/office/drawing/2014/main" id="{0DAEBDAD-C8C8-F1E6-92C1-763BE448E77B}"/>
              </a:ext>
            </a:extLst>
          </p:cNvPr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604F99-3BD4-4D42-BBF2-BF74229C0BF0}" type="slidenum">
              <a:rPr lang="en-US" altLang="de-DE"/>
              <a:pPr/>
              <a:t>‹Nr.›</a:t>
            </a:fld>
            <a:endParaRPr lang="en-US" altLang="de-DE"/>
          </a:p>
        </p:txBody>
      </p:sp>
    </p:spTree>
    <p:extLst>
      <p:ext uri="{BB962C8B-B14F-4D97-AF65-F5344CB8AC3E}">
        <p14:creationId xmlns:p14="http://schemas.microsoft.com/office/powerpoint/2010/main" val="1653619679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>
            <a:extLst>
              <a:ext uri="{FF2B5EF4-FFF2-40B4-BE49-F238E27FC236}">
                <a16:creationId xmlns:a16="http://schemas.microsoft.com/office/drawing/2014/main" id="{8F37D2EF-64E0-2EDF-9819-63CFCD1B918C}"/>
              </a:ext>
            </a:extLst>
          </p:cNvPr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06B6038-4BBA-4B8B-BBB7-8A15CA7C2DE1}" type="slidenum">
              <a:rPr lang="en-US" altLang="de-DE"/>
              <a:pPr/>
              <a:t>‹Nr.›</a:t>
            </a:fld>
            <a:endParaRPr lang="en-US" altLang="de-DE"/>
          </a:p>
        </p:txBody>
      </p:sp>
    </p:spTree>
    <p:extLst>
      <p:ext uri="{BB962C8B-B14F-4D97-AF65-F5344CB8AC3E}">
        <p14:creationId xmlns:p14="http://schemas.microsoft.com/office/powerpoint/2010/main" val="1261466914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Rectangle 1">
            <a:extLst>
              <a:ext uri="{FF2B5EF4-FFF2-40B4-BE49-F238E27FC236}">
                <a16:creationId xmlns:a16="http://schemas.microsoft.com/office/drawing/2014/main" id="{3EAFA195-8F01-A582-9135-37FD200A037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041400" y="4291013"/>
            <a:ext cx="9017000" cy="6503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>
                <a:sym typeface="Liberation Sans Regular" charset="0"/>
              </a:rPr>
              <a:t>Click to edit Master text styles</a:t>
            </a:r>
          </a:p>
          <a:p>
            <a:pPr lvl="1"/>
            <a:r>
              <a:rPr lang="en-US" dirty="0">
                <a:sym typeface="Liberation Sans Regular" charset="0"/>
              </a:rPr>
              <a:t>Second level</a:t>
            </a:r>
          </a:p>
          <a:p>
            <a:pPr lvl="2"/>
            <a:r>
              <a:rPr lang="en-US" dirty="0">
                <a:sym typeface="Liberation Sans Regular" charset="0"/>
              </a:rPr>
              <a:t>Third level</a:t>
            </a:r>
          </a:p>
        </p:txBody>
      </p:sp>
      <p:sp>
        <p:nvSpPr>
          <p:cNvPr id="4098" name="Rectangle 2">
            <a:extLst>
              <a:ext uri="{FF2B5EF4-FFF2-40B4-BE49-F238E27FC236}">
                <a16:creationId xmlns:a16="http://schemas.microsoft.com/office/drawing/2014/main" id="{22750017-17F0-65B1-9549-D752CB597CC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041400" y="558800"/>
            <a:ext cx="20320000" cy="301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0" tIns="0" rIns="1795363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e-DE">
                <a:sym typeface="Liberation Sans Bold" charset="0"/>
              </a:rPr>
              <a:t>Mastertitelformat bearbeiten</a:t>
            </a:r>
            <a:endParaRPr lang="en-US" dirty="0">
              <a:sym typeface="Liberation Sans Bold" charset="0"/>
            </a:endParaRPr>
          </a:p>
        </p:txBody>
      </p:sp>
      <p:sp>
        <p:nvSpPr>
          <p:cNvPr id="1028" name="Rectangle 3">
            <a:extLst>
              <a:ext uri="{FF2B5EF4-FFF2-40B4-BE49-F238E27FC236}">
                <a16:creationId xmlns:a16="http://schemas.microsoft.com/office/drawing/2014/main" id="{D8C14409-0193-1D5E-DB6B-5B2FDD397DF5}"/>
              </a:ext>
            </a:extLst>
          </p:cNvPr>
          <p:cNvSpPr>
            <a:spLocks/>
          </p:cNvSpPr>
          <p:nvPr/>
        </p:nvSpPr>
        <p:spPr bwMode="auto">
          <a:xfrm>
            <a:off x="0" y="11404600"/>
            <a:ext cx="21463000" cy="1930400"/>
          </a:xfrm>
          <a:prstGeom prst="rect">
            <a:avLst/>
          </a:prstGeom>
          <a:gradFill rotWithShape="0">
            <a:gsLst>
              <a:gs pos="0">
                <a:srgbClr val="0E336E"/>
              </a:gs>
              <a:gs pos="100000">
                <a:srgbClr val="1A5BAD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 sz="3800">
                <a:solidFill>
                  <a:srgbClr val="000000"/>
                </a:solidFill>
                <a:latin typeface="Liberation Sans Regular" pitchFamily="122" charset="0"/>
                <a:ea typeface="PingFang SC Regular" pitchFamily="122" charset="-122"/>
                <a:sym typeface="Liberation Sans Regular" pitchFamily="122" charset="0"/>
              </a:defRPr>
            </a:lvl1pPr>
            <a:lvl2pPr marL="742950" indent="-285750" eaLnBrk="0" hangingPunct="0">
              <a:defRPr sz="3800">
                <a:solidFill>
                  <a:srgbClr val="000000"/>
                </a:solidFill>
                <a:latin typeface="Liberation Sans Regular" pitchFamily="122" charset="0"/>
                <a:ea typeface="PingFang SC Regular" pitchFamily="122" charset="-122"/>
                <a:sym typeface="Liberation Sans Regular" pitchFamily="122" charset="0"/>
              </a:defRPr>
            </a:lvl2pPr>
            <a:lvl3pPr marL="1143000" indent="-228600" eaLnBrk="0" hangingPunct="0">
              <a:defRPr sz="3800">
                <a:solidFill>
                  <a:srgbClr val="000000"/>
                </a:solidFill>
                <a:latin typeface="Liberation Sans Regular" pitchFamily="122" charset="0"/>
                <a:ea typeface="PingFang SC Regular" pitchFamily="122" charset="-122"/>
                <a:sym typeface="Liberation Sans Regular" pitchFamily="122" charset="0"/>
              </a:defRPr>
            </a:lvl3pPr>
            <a:lvl4pPr marL="1600200" indent="-228600" eaLnBrk="0" hangingPunct="0">
              <a:defRPr sz="3800">
                <a:solidFill>
                  <a:srgbClr val="000000"/>
                </a:solidFill>
                <a:latin typeface="Liberation Sans Regular" pitchFamily="122" charset="0"/>
                <a:ea typeface="PingFang SC Regular" pitchFamily="122" charset="-122"/>
                <a:sym typeface="Liberation Sans Regular" pitchFamily="122" charset="0"/>
              </a:defRPr>
            </a:lvl4pPr>
            <a:lvl5pPr marL="2057400" indent="-228600" eaLnBrk="0" hangingPunct="0">
              <a:defRPr sz="3800">
                <a:solidFill>
                  <a:srgbClr val="000000"/>
                </a:solidFill>
                <a:latin typeface="Liberation Sans Regular" pitchFamily="122" charset="0"/>
                <a:ea typeface="PingFang SC Regular" pitchFamily="122" charset="-122"/>
                <a:sym typeface="Liberation Sans Regular" pitchFamily="12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rgbClr val="000000"/>
                </a:solidFill>
                <a:latin typeface="Liberation Sans Regular" pitchFamily="122" charset="0"/>
                <a:ea typeface="PingFang SC Regular" pitchFamily="122" charset="-122"/>
                <a:sym typeface="Liberation Sans Regular" pitchFamily="12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rgbClr val="000000"/>
                </a:solidFill>
                <a:latin typeface="Liberation Sans Regular" pitchFamily="122" charset="0"/>
                <a:ea typeface="PingFang SC Regular" pitchFamily="122" charset="-122"/>
                <a:sym typeface="Liberation Sans Regular" pitchFamily="12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rgbClr val="000000"/>
                </a:solidFill>
                <a:latin typeface="Liberation Sans Regular" pitchFamily="122" charset="0"/>
                <a:ea typeface="PingFang SC Regular" pitchFamily="122" charset="-122"/>
                <a:sym typeface="Liberation Sans Regular" pitchFamily="12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rgbClr val="000000"/>
                </a:solidFill>
                <a:latin typeface="Liberation Sans Regular" pitchFamily="122" charset="0"/>
                <a:ea typeface="PingFang SC Regular" pitchFamily="122" charset="-122"/>
                <a:sym typeface="Liberation Sans Regular" pitchFamily="122" charset="0"/>
              </a:defRPr>
            </a:lvl9pPr>
          </a:lstStyle>
          <a:p>
            <a:pPr eaLnBrk="1" hangingPunct="1"/>
            <a:endParaRPr lang="de-DE" altLang="de-DE">
              <a:latin typeface="Arial" panose="020B0604020202020204" pitchFamily="34" charset="0"/>
            </a:endParaRPr>
          </a:p>
        </p:txBody>
      </p:sp>
      <p:sp>
        <p:nvSpPr>
          <p:cNvPr id="1029" name="Rectangle 4">
            <a:extLst>
              <a:ext uri="{FF2B5EF4-FFF2-40B4-BE49-F238E27FC236}">
                <a16:creationId xmlns:a16="http://schemas.microsoft.com/office/drawing/2014/main" id="{2D58B4F1-CCC6-1B81-D27E-14820F8A66B9}"/>
              </a:ext>
            </a:extLst>
          </p:cNvPr>
          <p:cNvSpPr>
            <a:spLocks/>
          </p:cNvSpPr>
          <p:nvPr/>
        </p:nvSpPr>
        <p:spPr bwMode="auto">
          <a:xfrm>
            <a:off x="3797300" y="12458700"/>
            <a:ext cx="17830800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eaLnBrk="0" hangingPunct="0">
              <a:defRPr sz="3800">
                <a:solidFill>
                  <a:srgbClr val="000000"/>
                </a:solidFill>
                <a:latin typeface="Liberation Sans Regular" pitchFamily="122" charset="0"/>
                <a:ea typeface="PingFang SC Regular" pitchFamily="122" charset="-122"/>
                <a:sym typeface="Liberation Sans Regular" pitchFamily="122" charset="0"/>
              </a:defRPr>
            </a:lvl1pPr>
            <a:lvl2pPr marL="742950" indent="-285750" eaLnBrk="0" hangingPunct="0">
              <a:defRPr sz="3800">
                <a:solidFill>
                  <a:srgbClr val="000000"/>
                </a:solidFill>
                <a:latin typeface="Liberation Sans Regular" pitchFamily="122" charset="0"/>
                <a:ea typeface="PingFang SC Regular" pitchFamily="122" charset="-122"/>
                <a:sym typeface="Liberation Sans Regular" pitchFamily="122" charset="0"/>
              </a:defRPr>
            </a:lvl2pPr>
            <a:lvl3pPr marL="1143000" indent="-228600" eaLnBrk="0" hangingPunct="0">
              <a:defRPr sz="3800">
                <a:solidFill>
                  <a:srgbClr val="000000"/>
                </a:solidFill>
                <a:latin typeface="Liberation Sans Regular" pitchFamily="122" charset="0"/>
                <a:ea typeface="PingFang SC Regular" pitchFamily="122" charset="-122"/>
                <a:sym typeface="Liberation Sans Regular" pitchFamily="122" charset="0"/>
              </a:defRPr>
            </a:lvl3pPr>
            <a:lvl4pPr marL="1600200" indent="-228600" eaLnBrk="0" hangingPunct="0">
              <a:defRPr sz="3800">
                <a:solidFill>
                  <a:srgbClr val="000000"/>
                </a:solidFill>
                <a:latin typeface="Liberation Sans Regular" pitchFamily="122" charset="0"/>
                <a:ea typeface="PingFang SC Regular" pitchFamily="122" charset="-122"/>
                <a:sym typeface="Liberation Sans Regular" pitchFamily="122" charset="0"/>
              </a:defRPr>
            </a:lvl4pPr>
            <a:lvl5pPr marL="2057400" indent="-228600" eaLnBrk="0" hangingPunct="0">
              <a:defRPr sz="3800">
                <a:solidFill>
                  <a:srgbClr val="000000"/>
                </a:solidFill>
                <a:latin typeface="Liberation Sans Regular" pitchFamily="122" charset="0"/>
                <a:ea typeface="PingFang SC Regular" pitchFamily="122" charset="-122"/>
                <a:sym typeface="Liberation Sans Regular" pitchFamily="12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rgbClr val="000000"/>
                </a:solidFill>
                <a:latin typeface="Liberation Sans Regular" pitchFamily="122" charset="0"/>
                <a:ea typeface="PingFang SC Regular" pitchFamily="122" charset="-122"/>
                <a:sym typeface="Liberation Sans Regular" pitchFamily="12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rgbClr val="000000"/>
                </a:solidFill>
                <a:latin typeface="Liberation Sans Regular" pitchFamily="122" charset="0"/>
                <a:ea typeface="PingFang SC Regular" pitchFamily="122" charset="-122"/>
                <a:sym typeface="Liberation Sans Regular" pitchFamily="12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rgbClr val="000000"/>
                </a:solidFill>
                <a:latin typeface="Liberation Sans Regular" pitchFamily="122" charset="0"/>
                <a:ea typeface="PingFang SC Regular" pitchFamily="122" charset="-122"/>
                <a:sym typeface="Liberation Sans Regular" pitchFamily="12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rgbClr val="000000"/>
                </a:solidFill>
                <a:latin typeface="Liberation Sans Regular" pitchFamily="122" charset="0"/>
                <a:ea typeface="PingFang SC Regular" pitchFamily="122" charset="-122"/>
                <a:sym typeface="Liberation Sans Regular" pitchFamily="122" charset="0"/>
              </a:defRPr>
            </a:lvl9pPr>
          </a:lstStyle>
          <a:p>
            <a:pPr eaLnBrk="1" hangingPunct="1"/>
            <a:r>
              <a:rPr lang="en-US" altLang="de-DE" sz="3200">
                <a:solidFill>
                  <a:srgbClr val="FFFFFF"/>
                </a:solidFill>
                <a:latin typeface="Arial" panose="020B0604020202020204" pitchFamily="34" charset="0"/>
                <a:ea typeface="ヒラギノ角ゴ Pro W3" pitchFamily="122" charset="-128"/>
              </a:rPr>
              <a:t>Technische Universität München   •   Professur für Thermofluiddynamik</a:t>
            </a:r>
          </a:p>
        </p:txBody>
      </p:sp>
      <p:pic>
        <p:nvPicPr>
          <p:cNvPr id="1030" name="Picture 5">
            <a:extLst>
              <a:ext uri="{FF2B5EF4-FFF2-40B4-BE49-F238E27FC236}">
                <a16:creationId xmlns:a16="http://schemas.microsoft.com/office/drawing/2014/main" id="{16FF3175-540C-F36B-1C89-982E250580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800" y="11828463"/>
            <a:ext cx="2047875" cy="1079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</p:sldLayoutIdLst>
  <p:transition/>
  <p:txStyles>
    <p:titleStyle>
      <a:lvl1pPr algn="l" rtl="0" eaLnBrk="1" fontAlgn="base" hangingPunct="1">
        <a:spcBef>
          <a:spcPct val="0"/>
        </a:spcBef>
        <a:spcAft>
          <a:spcPct val="0"/>
        </a:spcAft>
        <a:defRPr sz="6400">
          <a:solidFill>
            <a:srgbClr val="0E336E"/>
          </a:solidFill>
          <a:latin typeface="+mj-lt"/>
          <a:ea typeface="ヒラギノ角ゴ Pro W3" charset="0"/>
          <a:cs typeface="ヒラギノ角ゴ Pro W3" charset="0"/>
          <a:sym typeface="Liberation Sans Bold" pitchFamily="122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6400">
          <a:solidFill>
            <a:srgbClr val="0E336E"/>
          </a:solidFill>
          <a:latin typeface="Arial" charset="0"/>
          <a:ea typeface="ヒラギノ角ゴ Pro W3" charset="0"/>
          <a:cs typeface="ヒラギノ角ゴ Pro W3" charset="0"/>
          <a:sym typeface="Liberation Sans Bold" pitchFamily="122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6400">
          <a:solidFill>
            <a:srgbClr val="0E336E"/>
          </a:solidFill>
          <a:latin typeface="Arial" charset="0"/>
          <a:ea typeface="ヒラギノ角ゴ Pro W3" charset="0"/>
          <a:cs typeface="ヒラギノ角ゴ Pro W3" charset="0"/>
          <a:sym typeface="Liberation Sans Bold" pitchFamily="122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6400">
          <a:solidFill>
            <a:srgbClr val="0E336E"/>
          </a:solidFill>
          <a:latin typeface="Arial" charset="0"/>
          <a:ea typeface="ヒラギノ角ゴ Pro W3" charset="0"/>
          <a:cs typeface="ヒラギノ角ゴ Pro W3" charset="0"/>
          <a:sym typeface="Liberation Sans Bold" pitchFamily="122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6400">
          <a:solidFill>
            <a:srgbClr val="0E336E"/>
          </a:solidFill>
          <a:latin typeface="Arial" charset="0"/>
          <a:ea typeface="ヒラギノ角ゴ Pro W3" charset="0"/>
          <a:cs typeface="ヒラギノ角ゴ Pro W3" charset="0"/>
          <a:sym typeface="Liberation Sans Bold" pitchFamily="122" charset="0"/>
        </a:defRPr>
      </a:lvl5pPr>
      <a:lvl6pPr marL="812800" algn="l" rtl="0" eaLnBrk="1" fontAlgn="base" hangingPunct="1">
        <a:spcBef>
          <a:spcPct val="0"/>
        </a:spcBef>
        <a:spcAft>
          <a:spcPct val="0"/>
        </a:spcAft>
        <a:defRPr sz="6400">
          <a:solidFill>
            <a:srgbClr val="0E336E"/>
          </a:solidFill>
          <a:latin typeface="Liberation Sans Bold" charset="0"/>
          <a:ea typeface="PingFang SC Semibold" charset="0"/>
          <a:cs typeface="PingFang SC Semibold" charset="0"/>
          <a:sym typeface="Liberation Sans Bold" charset="0"/>
        </a:defRPr>
      </a:lvl6pPr>
      <a:lvl7pPr marL="1270000" algn="l" rtl="0" eaLnBrk="1" fontAlgn="base" hangingPunct="1">
        <a:spcBef>
          <a:spcPct val="0"/>
        </a:spcBef>
        <a:spcAft>
          <a:spcPct val="0"/>
        </a:spcAft>
        <a:defRPr sz="6400">
          <a:solidFill>
            <a:srgbClr val="0E336E"/>
          </a:solidFill>
          <a:latin typeface="Liberation Sans Bold" charset="0"/>
          <a:ea typeface="PingFang SC Semibold" charset="0"/>
          <a:cs typeface="PingFang SC Semibold" charset="0"/>
          <a:sym typeface="Liberation Sans Bold" charset="0"/>
        </a:defRPr>
      </a:lvl7pPr>
      <a:lvl8pPr marL="1727200" algn="l" rtl="0" eaLnBrk="1" fontAlgn="base" hangingPunct="1">
        <a:spcBef>
          <a:spcPct val="0"/>
        </a:spcBef>
        <a:spcAft>
          <a:spcPct val="0"/>
        </a:spcAft>
        <a:defRPr sz="6400">
          <a:solidFill>
            <a:srgbClr val="0E336E"/>
          </a:solidFill>
          <a:latin typeface="Liberation Sans Bold" charset="0"/>
          <a:ea typeface="PingFang SC Semibold" charset="0"/>
          <a:cs typeface="PingFang SC Semibold" charset="0"/>
          <a:sym typeface="Liberation Sans Bold" charset="0"/>
        </a:defRPr>
      </a:lvl8pPr>
      <a:lvl9pPr marL="2184400" algn="l" rtl="0" eaLnBrk="1" fontAlgn="base" hangingPunct="1">
        <a:spcBef>
          <a:spcPct val="0"/>
        </a:spcBef>
        <a:spcAft>
          <a:spcPct val="0"/>
        </a:spcAft>
        <a:defRPr sz="6400">
          <a:solidFill>
            <a:srgbClr val="0E336E"/>
          </a:solidFill>
          <a:latin typeface="Liberation Sans Bold" charset="0"/>
          <a:ea typeface="PingFang SC Semibold" charset="0"/>
          <a:cs typeface="PingFang SC Semibold" charset="0"/>
          <a:sym typeface="Liberation Sans Bold" charset="0"/>
        </a:defRPr>
      </a:lvl9pPr>
    </p:titleStyle>
    <p:bodyStyle>
      <a:lvl1pPr algn="l" rtl="0" eaLnBrk="1" fontAlgn="base" hangingPunct="1">
        <a:spcBef>
          <a:spcPts val="3300"/>
        </a:spcBef>
        <a:spcAft>
          <a:spcPct val="0"/>
        </a:spcAft>
        <a:defRPr sz="4000" b="1">
          <a:solidFill>
            <a:schemeClr val="tx1"/>
          </a:solidFill>
          <a:latin typeface="Arial"/>
          <a:ea typeface="ヒラギノ角ゴ Pro W3" charset="0"/>
          <a:cs typeface="ヒラギノ角ゴ Pro W3" charset="0"/>
          <a:sym typeface="Liberation Sans Regular" pitchFamily="122" charset="0"/>
        </a:defRPr>
      </a:lvl1pPr>
      <a:lvl2pPr algn="l" rtl="0" eaLnBrk="1" fontAlgn="base" hangingPunct="1">
        <a:spcBef>
          <a:spcPts val="3300"/>
        </a:spcBef>
        <a:spcAft>
          <a:spcPct val="0"/>
        </a:spcAft>
        <a:buClr>
          <a:srgbClr val="000000"/>
        </a:buClr>
        <a:buSzPct val="125000"/>
        <a:defRPr sz="4000" b="1">
          <a:solidFill>
            <a:schemeClr val="tx1"/>
          </a:solidFill>
          <a:latin typeface="Arial"/>
          <a:ea typeface="ヒラギノ角ゴ Pro W3" charset="0"/>
          <a:cs typeface="+mn-cs"/>
          <a:sym typeface="Liberation Sans Regular" pitchFamily="122" charset="0"/>
        </a:defRPr>
      </a:lvl2pPr>
      <a:lvl3pPr algn="l" rtl="0" eaLnBrk="1" fontAlgn="base" hangingPunct="1">
        <a:spcBef>
          <a:spcPts val="3300"/>
        </a:spcBef>
        <a:spcAft>
          <a:spcPct val="0"/>
        </a:spcAft>
        <a:buClr>
          <a:srgbClr val="000000"/>
        </a:buClr>
        <a:buSzPct val="125000"/>
        <a:buFont typeface="Liberation Sans Regular" pitchFamily="122" charset="0"/>
        <a:defRPr sz="4000" b="1">
          <a:solidFill>
            <a:schemeClr val="tx1"/>
          </a:solidFill>
          <a:latin typeface="Arial"/>
          <a:ea typeface="ヒラギノ角ゴ Pro W3" charset="0"/>
          <a:cs typeface="+mn-cs"/>
          <a:sym typeface="Liberation Sans Regular" pitchFamily="122" charset="0"/>
        </a:defRPr>
      </a:lvl3pPr>
      <a:lvl4pPr marL="793750" indent="-254000" algn="l" rtl="0" eaLnBrk="1" fontAlgn="base" hangingPunct="1">
        <a:spcBef>
          <a:spcPts val="3300"/>
        </a:spcBef>
        <a:spcAft>
          <a:spcPct val="0"/>
        </a:spcAft>
        <a:buClr>
          <a:srgbClr val="000000"/>
        </a:buClr>
        <a:buSzPct val="125000"/>
        <a:buFont typeface="Liberation Sans Regular" pitchFamily="122" charset="0"/>
        <a:buChar char="•"/>
        <a:defRPr sz="3200">
          <a:solidFill>
            <a:schemeClr val="tx1"/>
          </a:solidFill>
          <a:latin typeface="+mn-lt"/>
          <a:ea typeface="ヒラギノ角ゴ Pro W3" charset="0"/>
          <a:cs typeface="+mn-cs"/>
          <a:sym typeface="Liberation Sans Regular" pitchFamily="122" charset="0"/>
        </a:defRPr>
      </a:lvl4pPr>
      <a:lvl5pPr marL="793750" indent="-508000" algn="l" rtl="0" eaLnBrk="1" fontAlgn="base" hangingPunct="1">
        <a:spcBef>
          <a:spcPts val="3300"/>
        </a:spcBef>
        <a:spcAft>
          <a:spcPct val="0"/>
        </a:spcAft>
        <a:buClr>
          <a:srgbClr val="000000"/>
        </a:buClr>
        <a:buSzPct val="125000"/>
        <a:buFont typeface="Liberation Sans Regular" pitchFamily="122" charset="0"/>
        <a:defRPr sz="3200">
          <a:solidFill>
            <a:schemeClr val="tx1"/>
          </a:solidFill>
          <a:latin typeface="+mn-lt"/>
          <a:ea typeface="ヒラギノ角ゴ Pro W3" charset="0"/>
          <a:cs typeface="+mn-cs"/>
          <a:sym typeface="Liberation Sans Regular" pitchFamily="122" charset="0"/>
        </a:defRPr>
      </a:lvl5pPr>
      <a:lvl6pPr marL="1250950" indent="-508000" algn="l" rtl="0" eaLnBrk="1" fontAlgn="base" hangingPunct="1">
        <a:spcBef>
          <a:spcPts val="3300"/>
        </a:spcBef>
        <a:spcAft>
          <a:spcPct val="0"/>
        </a:spcAft>
        <a:buClr>
          <a:srgbClr val="000000"/>
        </a:buClr>
        <a:buSzPct val="125000"/>
        <a:buFont typeface="Liberation Sans Regular" charset="0"/>
        <a:defRPr sz="3200">
          <a:solidFill>
            <a:schemeClr val="tx1"/>
          </a:solidFill>
          <a:latin typeface="+mn-lt"/>
          <a:ea typeface="+mn-ea"/>
          <a:cs typeface="+mn-cs"/>
          <a:sym typeface="Liberation Sans Regular" charset="0"/>
        </a:defRPr>
      </a:lvl6pPr>
      <a:lvl7pPr marL="1708150" indent="-508000" algn="l" rtl="0" eaLnBrk="1" fontAlgn="base" hangingPunct="1">
        <a:spcBef>
          <a:spcPts val="3300"/>
        </a:spcBef>
        <a:spcAft>
          <a:spcPct val="0"/>
        </a:spcAft>
        <a:buClr>
          <a:srgbClr val="000000"/>
        </a:buClr>
        <a:buSzPct val="125000"/>
        <a:buFont typeface="Liberation Sans Regular" charset="0"/>
        <a:defRPr sz="3200">
          <a:solidFill>
            <a:schemeClr val="tx1"/>
          </a:solidFill>
          <a:latin typeface="+mn-lt"/>
          <a:ea typeface="+mn-ea"/>
          <a:cs typeface="+mn-cs"/>
          <a:sym typeface="Liberation Sans Regular" charset="0"/>
        </a:defRPr>
      </a:lvl7pPr>
      <a:lvl8pPr marL="2165350" indent="-508000" algn="l" rtl="0" eaLnBrk="1" fontAlgn="base" hangingPunct="1">
        <a:spcBef>
          <a:spcPts val="3300"/>
        </a:spcBef>
        <a:spcAft>
          <a:spcPct val="0"/>
        </a:spcAft>
        <a:buClr>
          <a:srgbClr val="000000"/>
        </a:buClr>
        <a:buSzPct val="125000"/>
        <a:buFont typeface="Liberation Sans Regular" charset="0"/>
        <a:defRPr sz="3200">
          <a:solidFill>
            <a:schemeClr val="tx1"/>
          </a:solidFill>
          <a:latin typeface="+mn-lt"/>
          <a:ea typeface="+mn-ea"/>
          <a:cs typeface="+mn-cs"/>
          <a:sym typeface="Liberation Sans Regular" charset="0"/>
        </a:defRPr>
      </a:lvl8pPr>
      <a:lvl9pPr marL="2622550" indent="-508000" algn="l" rtl="0" eaLnBrk="1" fontAlgn="base" hangingPunct="1">
        <a:spcBef>
          <a:spcPts val="3300"/>
        </a:spcBef>
        <a:spcAft>
          <a:spcPct val="0"/>
        </a:spcAft>
        <a:buClr>
          <a:srgbClr val="000000"/>
        </a:buClr>
        <a:buSzPct val="125000"/>
        <a:buFont typeface="Liberation Sans Regular" charset="0"/>
        <a:defRPr sz="3200">
          <a:solidFill>
            <a:schemeClr val="tx1"/>
          </a:solidFill>
          <a:latin typeface="+mn-lt"/>
          <a:ea typeface="+mn-ea"/>
          <a:cs typeface="+mn-cs"/>
          <a:sym typeface="Liberation Sans Regular" charset="0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Rectangle 1">
            <a:extLst>
              <a:ext uri="{FF2B5EF4-FFF2-40B4-BE49-F238E27FC236}">
                <a16:creationId xmlns:a16="http://schemas.microsoft.com/office/drawing/2014/main" id="{357FB298-7E66-898C-3DC0-1656774C7B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0" y="0"/>
            <a:ext cx="21361400" cy="1765300"/>
          </a:xfrm>
          <a:prstGeom prst="rect">
            <a:avLst/>
          </a:prstGeom>
          <a:gradFill rotWithShape="0">
            <a:gsLst>
              <a:gs pos="0">
                <a:srgbClr val="0E336E"/>
              </a:gs>
              <a:gs pos="100000">
                <a:srgbClr val="1A5BAD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0" tIns="0" rIns="1795363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>
                <a:sym typeface="Liberation Sans Bold" charset="0"/>
              </a:rPr>
              <a:t>Click to edit Master title style</a:t>
            </a:r>
          </a:p>
        </p:txBody>
      </p:sp>
      <p:sp>
        <p:nvSpPr>
          <p:cNvPr id="1026" name="Rectangle 2">
            <a:extLst>
              <a:ext uri="{FF2B5EF4-FFF2-40B4-BE49-F238E27FC236}">
                <a16:creationId xmlns:a16="http://schemas.microsoft.com/office/drawing/2014/main" id="{11D02362-0DE1-ECD9-D652-B02769BD9F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0" y="2019300"/>
            <a:ext cx="21361400" cy="1041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50800" tIns="50800" rIns="50800" bIns="50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>
                <a:sym typeface="Liberation Sans Regular" charset="0"/>
              </a:rPr>
              <a:t>Click to edit Master text styles</a:t>
            </a:r>
          </a:p>
          <a:p>
            <a:pPr lvl="1"/>
            <a:r>
              <a:rPr lang="en-US" dirty="0">
                <a:sym typeface="Liberation Sans Regular" charset="0"/>
              </a:rPr>
              <a:t>Second level</a:t>
            </a:r>
          </a:p>
          <a:p>
            <a:pPr lvl="2"/>
            <a:r>
              <a:rPr lang="en-US" dirty="0">
                <a:sym typeface="Liberation Sans Regular" charset="0"/>
              </a:rPr>
              <a:t>Third level</a:t>
            </a:r>
          </a:p>
          <a:p>
            <a:pPr lvl="3"/>
            <a:r>
              <a:rPr lang="en-US" dirty="0">
                <a:sym typeface="Liberation Sans Regular" charset="0"/>
              </a:rPr>
              <a:t>Fourth level</a:t>
            </a:r>
          </a:p>
          <a:p>
            <a:pPr lvl="4"/>
            <a:r>
              <a:rPr lang="en-US" dirty="0">
                <a:sym typeface="Liberation Sans Regular" charset="0"/>
              </a:rPr>
              <a:t>Fifth level</a:t>
            </a:r>
          </a:p>
        </p:txBody>
      </p:sp>
      <p:sp>
        <p:nvSpPr>
          <p:cNvPr id="1027" name="Text Box 3">
            <a:extLst>
              <a:ext uri="{FF2B5EF4-FFF2-40B4-BE49-F238E27FC236}">
                <a16:creationId xmlns:a16="http://schemas.microsoft.com/office/drawing/2014/main" id="{117674E7-5FBB-F46F-66EF-41E05B60F15C}"/>
              </a:ext>
            </a:extLst>
          </p:cNvPr>
          <p:cNvSpPr txBox="1">
            <a:spLocks noGrp="1" noChangeArrowheads="1"/>
          </p:cNvSpPr>
          <p:nvPr>
            <p:ph type="sldNum" sz="quarter" idx="4"/>
          </p:nvPr>
        </p:nvSpPr>
        <p:spPr bwMode="auto">
          <a:xfrm>
            <a:off x="20510500" y="12763500"/>
            <a:ext cx="404813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800">
                <a:solidFill>
                  <a:srgbClr val="113C7D"/>
                </a:solidFill>
                <a:latin typeface="Arial" panose="020B0604020202020204" pitchFamily="34" charset="0"/>
                <a:ea typeface="ヒラギノ角ゴ Pro W3" pitchFamily="122" charset="-128"/>
                <a:sym typeface="DejaVu Sans" pitchFamily="122" charset="0"/>
              </a:defRPr>
            </a:lvl1pPr>
          </a:lstStyle>
          <a:p>
            <a:fld id="{6F97DF84-0D84-4BB1-936B-5F5EE9A1739E}" type="slidenum">
              <a:rPr lang="en-US" altLang="de-DE"/>
              <a:pPr/>
              <a:t>‹Nr.›</a:t>
            </a:fld>
            <a:endParaRPr lang="en-US" altLang="de-DE"/>
          </a:p>
        </p:txBody>
      </p:sp>
      <p:pic>
        <p:nvPicPr>
          <p:cNvPr id="2053" name="Picture 1">
            <a:extLst>
              <a:ext uri="{FF2B5EF4-FFF2-40B4-BE49-F238E27FC236}">
                <a16:creationId xmlns:a16="http://schemas.microsoft.com/office/drawing/2014/main" id="{DF7570F1-34A9-82B9-8E99-107BF5BA6D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538" y="12425363"/>
            <a:ext cx="1182687" cy="623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4" name="Rectangle 2">
            <a:extLst>
              <a:ext uri="{FF2B5EF4-FFF2-40B4-BE49-F238E27FC236}">
                <a16:creationId xmlns:a16="http://schemas.microsoft.com/office/drawing/2014/main" id="{66BEAFB2-0E16-8B64-0E64-97F90628BCBF}"/>
              </a:ext>
            </a:extLst>
          </p:cNvPr>
          <p:cNvSpPr>
            <a:spLocks/>
          </p:cNvSpPr>
          <p:nvPr/>
        </p:nvSpPr>
        <p:spPr bwMode="auto">
          <a:xfrm>
            <a:off x="2070100" y="12763500"/>
            <a:ext cx="161925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tabLst>
                <a:tab pos="1879600" algn="l"/>
              </a:tabLst>
              <a:defRPr sz="3800">
                <a:solidFill>
                  <a:srgbClr val="000000"/>
                </a:solidFill>
                <a:latin typeface="Liberation Sans Regular" pitchFamily="122" charset="0"/>
                <a:ea typeface="PingFang SC Regular" pitchFamily="122" charset="-122"/>
                <a:sym typeface="Liberation Sans Regular" pitchFamily="122" charset="0"/>
              </a:defRPr>
            </a:lvl1pPr>
            <a:lvl2pPr marL="742950" indent="-285750" eaLnBrk="0" hangingPunct="0">
              <a:tabLst>
                <a:tab pos="1879600" algn="l"/>
              </a:tabLst>
              <a:defRPr sz="3800">
                <a:solidFill>
                  <a:srgbClr val="000000"/>
                </a:solidFill>
                <a:latin typeface="Liberation Sans Regular" pitchFamily="122" charset="0"/>
                <a:ea typeface="PingFang SC Regular" pitchFamily="122" charset="-122"/>
                <a:sym typeface="Liberation Sans Regular" pitchFamily="122" charset="0"/>
              </a:defRPr>
            </a:lvl2pPr>
            <a:lvl3pPr marL="1143000" indent="-228600" eaLnBrk="0" hangingPunct="0">
              <a:tabLst>
                <a:tab pos="1879600" algn="l"/>
              </a:tabLst>
              <a:defRPr sz="3800">
                <a:solidFill>
                  <a:srgbClr val="000000"/>
                </a:solidFill>
                <a:latin typeface="Liberation Sans Regular" pitchFamily="122" charset="0"/>
                <a:ea typeface="PingFang SC Regular" pitchFamily="122" charset="-122"/>
                <a:sym typeface="Liberation Sans Regular" pitchFamily="122" charset="0"/>
              </a:defRPr>
            </a:lvl3pPr>
            <a:lvl4pPr marL="1600200" indent="-228600" eaLnBrk="0" hangingPunct="0">
              <a:tabLst>
                <a:tab pos="1879600" algn="l"/>
              </a:tabLst>
              <a:defRPr sz="3800">
                <a:solidFill>
                  <a:srgbClr val="000000"/>
                </a:solidFill>
                <a:latin typeface="Liberation Sans Regular" pitchFamily="122" charset="0"/>
                <a:ea typeface="PingFang SC Regular" pitchFamily="122" charset="-122"/>
                <a:sym typeface="Liberation Sans Regular" pitchFamily="122" charset="0"/>
              </a:defRPr>
            </a:lvl4pPr>
            <a:lvl5pPr marL="2057400" indent="-228600" eaLnBrk="0" hangingPunct="0">
              <a:tabLst>
                <a:tab pos="1879600" algn="l"/>
              </a:tabLst>
              <a:defRPr sz="3800">
                <a:solidFill>
                  <a:srgbClr val="000000"/>
                </a:solidFill>
                <a:latin typeface="Liberation Sans Regular" pitchFamily="122" charset="0"/>
                <a:ea typeface="PingFang SC Regular" pitchFamily="122" charset="-122"/>
                <a:sym typeface="Liberation Sans Regular" pitchFamily="12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879600" algn="l"/>
              </a:tabLst>
              <a:defRPr sz="3800">
                <a:solidFill>
                  <a:srgbClr val="000000"/>
                </a:solidFill>
                <a:latin typeface="Liberation Sans Regular" pitchFamily="122" charset="0"/>
                <a:ea typeface="PingFang SC Regular" pitchFamily="122" charset="-122"/>
                <a:sym typeface="Liberation Sans Regular" pitchFamily="12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879600" algn="l"/>
              </a:tabLst>
              <a:defRPr sz="3800">
                <a:solidFill>
                  <a:srgbClr val="000000"/>
                </a:solidFill>
                <a:latin typeface="Liberation Sans Regular" pitchFamily="122" charset="0"/>
                <a:ea typeface="PingFang SC Regular" pitchFamily="122" charset="-122"/>
                <a:sym typeface="Liberation Sans Regular" pitchFamily="12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879600" algn="l"/>
              </a:tabLst>
              <a:defRPr sz="3800">
                <a:solidFill>
                  <a:srgbClr val="000000"/>
                </a:solidFill>
                <a:latin typeface="Liberation Sans Regular" pitchFamily="122" charset="0"/>
                <a:ea typeface="PingFang SC Regular" pitchFamily="122" charset="-122"/>
                <a:sym typeface="Liberation Sans Regular" pitchFamily="12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879600" algn="l"/>
              </a:tabLst>
              <a:defRPr sz="3800">
                <a:solidFill>
                  <a:srgbClr val="000000"/>
                </a:solidFill>
                <a:latin typeface="Liberation Sans Regular" pitchFamily="122" charset="0"/>
                <a:ea typeface="PingFang SC Regular" pitchFamily="122" charset="-122"/>
                <a:sym typeface="Liberation Sans Regular" pitchFamily="122" charset="0"/>
              </a:defRPr>
            </a:lvl9pPr>
          </a:lstStyle>
          <a:p>
            <a:pPr eaLnBrk="1" hangingPunct="1"/>
            <a:r>
              <a:rPr lang="en-US" altLang="de-DE" sz="2000">
                <a:solidFill>
                  <a:srgbClr val="113C7D"/>
                </a:solidFill>
                <a:latin typeface="Arial" panose="020B0604020202020204" pitchFamily="34" charset="0"/>
                <a:ea typeface="ヒラギノ角ゴ Pro W3" pitchFamily="122" charset="-128"/>
              </a:rPr>
              <a:t>Who | What | Where | When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</p:sldLayoutIdLst>
  <p:transition/>
  <p:hf hdr="0" ftr="0" dt="0"/>
  <p:txStyles>
    <p:titleStyle>
      <a:lvl1pPr marL="574675" algn="l" rtl="0" eaLnBrk="0" fontAlgn="base" hangingPunct="0">
        <a:spcBef>
          <a:spcPct val="0"/>
        </a:spcBef>
        <a:spcAft>
          <a:spcPct val="0"/>
        </a:spcAft>
        <a:defRPr sz="4200" b="1">
          <a:solidFill>
            <a:srgbClr val="FFFFFF"/>
          </a:solidFill>
          <a:latin typeface="+mj-lt"/>
          <a:ea typeface="ヒラギノ角ゴ Pro W3" pitchFamily="122" charset="-128"/>
          <a:cs typeface="+mj-cs"/>
          <a:sym typeface="Liberation Sans Bold" pitchFamily="122" charset="0"/>
        </a:defRPr>
      </a:lvl1pPr>
      <a:lvl2pPr marL="574675" algn="l" rtl="0" eaLnBrk="0" fontAlgn="base" hangingPunct="0">
        <a:spcBef>
          <a:spcPct val="0"/>
        </a:spcBef>
        <a:spcAft>
          <a:spcPct val="0"/>
        </a:spcAft>
        <a:defRPr sz="4200" b="1">
          <a:solidFill>
            <a:srgbClr val="FFFFFF"/>
          </a:solidFill>
          <a:latin typeface="Arial" panose="020B0604020202020204" pitchFamily="34" charset="0"/>
          <a:ea typeface="ヒラギノ角ゴ Pro W3" pitchFamily="122" charset="-128"/>
          <a:cs typeface="PingFang SC Semibold" charset="0"/>
          <a:sym typeface="Liberation Sans Bold" pitchFamily="122" charset="0"/>
        </a:defRPr>
      </a:lvl2pPr>
      <a:lvl3pPr marL="574675" algn="l" rtl="0" eaLnBrk="0" fontAlgn="base" hangingPunct="0">
        <a:spcBef>
          <a:spcPct val="0"/>
        </a:spcBef>
        <a:spcAft>
          <a:spcPct val="0"/>
        </a:spcAft>
        <a:defRPr sz="4200" b="1">
          <a:solidFill>
            <a:srgbClr val="FFFFFF"/>
          </a:solidFill>
          <a:latin typeface="Arial" panose="020B0604020202020204" pitchFamily="34" charset="0"/>
          <a:ea typeface="ヒラギノ角ゴ Pro W3" pitchFamily="122" charset="-128"/>
          <a:cs typeface="PingFang SC Semibold" charset="0"/>
          <a:sym typeface="Liberation Sans Bold" pitchFamily="122" charset="0"/>
        </a:defRPr>
      </a:lvl3pPr>
      <a:lvl4pPr marL="574675" algn="l" rtl="0" eaLnBrk="0" fontAlgn="base" hangingPunct="0">
        <a:spcBef>
          <a:spcPct val="0"/>
        </a:spcBef>
        <a:spcAft>
          <a:spcPct val="0"/>
        </a:spcAft>
        <a:defRPr sz="4200" b="1">
          <a:solidFill>
            <a:srgbClr val="FFFFFF"/>
          </a:solidFill>
          <a:latin typeface="Arial" panose="020B0604020202020204" pitchFamily="34" charset="0"/>
          <a:ea typeface="ヒラギノ角ゴ Pro W3" pitchFamily="122" charset="-128"/>
          <a:cs typeface="PingFang SC Semibold" charset="0"/>
          <a:sym typeface="Liberation Sans Bold" pitchFamily="122" charset="0"/>
        </a:defRPr>
      </a:lvl4pPr>
      <a:lvl5pPr marL="574675" algn="l" rtl="0" eaLnBrk="0" fontAlgn="base" hangingPunct="0">
        <a:spcBef>
          <a:spcPct val="0"/>
        </a:spcBef>
        <a:spcAft>
          <a:spcPct val="0"/>
        </a:spcAft>
        <a:defRPr sz="4200" b="1">
          <a:solidFill>
            <a:srgbClr val="FFFFFF"/>
          </a:solidFill>
          <a:latin typeface="Arial" panose="020B0604020202020204" pitchFamily="34" charset="0"/>
          <a:ea typeface="ヒラギノ角ゴ Pro W3" pitchFamily="122" charset="-128"/>
          <a:cs typeface="PingFang SC Semibold" charset="0"/>
          <a:sym typeface="Liberation Sans Bold" pitchFamily="122" charset="0"/>
        </a:defRPr>
      </a:lvl5pPr>
      <a:lvl6pPr marL="1096963" algn="l" rtl="0" fontAlgn="base">
        <a:spcBef>
          <a:spcPct val="0"/>
        </a:spcBef>
        <a:spcAft>
          <a:spcPct val="0"/>
        </a:spcAft>
        <a:defRPr sz="4200">
          <a:solidFill>
            <a:srgbClr val="FFFFFF"/>
          </a:solidFill>
          <a:latin typeface="Liberation Sans Bold" charset="0"/>
          <a:ea typeface="PingFang SC Semibold" charset="0"/>
          <a:cs typeface="PingFang SC Semibold" charset="0"/>
          <a:sym typeface="Liberation Sans Bold" charset="0"/>
        </a:defRPr>
      </a:lvl6pPr>
      <a:lvl7pPr marL="1554163" algn="l" rtl="0" fontAlgn="base">
        <a:spcBef>
          <a:spcPct val="0"/>
        </a:spcBef>
        <a:spcAft>
          <a:spcPct val="0"/>
        </a:spcAft>
        <a:defRPr sz="4200">
          <a:solidFill>
            <a:srgbClr val="FFFFFF"/>
          </a:solidFill>
          <a:latin typeface="Liberation Sans Bold" charset="0"/>
          <a:ea typeface="PingFang SC Semibold" charset="0"/>
          <a:cs typeface="PingFang SC Semibold" charset="0"/>
          <a:sym typeface="Liberation Sans Bold" charset="0"/>
        </a:defRPr>
      </a:lvl7pPr>
      <a:lvl8pPr marL="2011363" algn="l" rtl="0" fontAlgn="base">
        <a:spcBef>
          <a:spcPct val="0"/>
        </a:spcBef>
        <a:spcAft>
          <a:spcPct val="0"/>
        </a:spcAft>
        <a:defRPr sz="4200">
          <a:solidFill>
            <a:srgbClr val="FFFFFF"/>
          </a:solidFill>
          <a:latin typeface="Liberation Sans Bold" charset="0"/>
          <a:ea typeface="PingFang SC Semibold" charset="0"/>
          <a:cs typeface="PingFang SC Semibold" charset="0"/>
          <a:sym typeface="Liberation Sans Bold" charset="0"/>
        </a:defRPr>
      </a:lvl8pPr>
      <a:lvl9pPr marL="2468563" algn="l" rtl="0" fontAlgn="base">
        <a:spcBef>
          <a:spcPct val="0"/>
        </a:spcBef>
        <a:spcAft>
          <a:spcPct val="0"/>
        </a:spcAft>
        <a:defRPr sz="4200">
          <a:solidFill>
            <a:srgbClr val="FFFFFF"/>
          </a:solidFill>
          <a:latin typeface="Liberation Sans Bold" charset="0"/>
          <a:ea typeface="PingFang SC Semibold" charset="0"/>
          <a:cs typeface="PingFang SC Semibold" charset="0"/>
          <a:sym typeface="Liberation Sans Bold" charset="0"/>
        </a:defRPr>
      </a:lvl9pPr>
    </p:titleStyle>
    <p:bodyStyle>
      <a:lvl1pPr marL="574675" algn="l" rtl="0" eaLnBrk="0" fontAlgn="base" hangingPunct="0">
        <a:lnSpc>
          <a:spcPct val="150000"/>
        </a:lnSpc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Arial"/>
          <a:ea typeface="ヒラギノ角ゴ Pro W3" pitchFamily="122" charset="-128"/>
          <a:cs typeface="+mn-cs"/>
          <a:sym typeface="Liberation Sans Regular" pitchFamily="122" charset="0"/>
        </a:defRPr>
      </a:lvl1pPr>
      <a:lvl2pPr marL="900113" indent="-325438" algn="l" rtl="0" eaLnBrk="0" fontAlgn="base" hangingPunct="0">
        <a:lnSpc>
          <a:spcPct val="150000"/>
        </a:lnSpc>
        <a:spcBef>
          <a:spcPct val="0"/>
        </a:spcBef>
        <a:spcAft>
          <a:spcPct val="0"/>
        </a:spcAft>
        <a:buClr>
          <a:srgbClr val="000000"/>
        </a:buClr>
        <a:buSzPct val="125000"/>
        <a:buFont typeface="Arial" panose="020B0604020202020204" pitchFamily="34" charset="0"/>
        <a:buChar char="•"/>
        <a:defRPr sz="4000">
          <a:solidFill>
            <a:schemeClr val="tx1"/>
          </a:solidFill>
          <a:latin typeface="Arial"/>
          <a:ea typeface="ヒラギノ角ゴ Pro W3" pitchFamily="122" charset="-128"/>
          <a:cs typeface="+mn-cs"/>
          <a:sym typeface="Liberation Sans Regular" pitchFamily="122" charset="0"/>
        </a:defRPr>
      </a:lvl2pPr>
      <a:lvl3pPr marL="1079500" indent="-179388" algn="l" rtl="0" eaLnBrk="0" fontAlgn="base" hangingPunct="0">
        <a:spcBef>
          <a:spcPts val="2000"/>
        </a:spcBef>
        <a:spcAft>
          <a:spcPct val="0"/>
        </a:spcAft>
        <a:buClr>
          <a:srgbClr val="000000"/>
        </a:buClr>
        <a:buSzPct val="125000"/>
        <a:buFont typeface="Liberation Sans Regular" pitchFamily="122" charset="0"/>
        <a:defRPr sz="4000">
          <a:solidFill>
            <a:schemeClr val="tx1"/>
          </a:solidFill>
          <a:latin typeface="Arial"/>
          <a:ea typeface="ヒラギノ角ゴ Pro W3" pitchFamily="122" charset="-128"/>
          <a:cs typeface="+mn-cs"/>
          <a:sym typeface="Liberation Sans Regular" pitchFamily="122" charset="0"/>
        </a:defRPr>
      </a:lvl3pPr>
      <a:lvl4pPr marL="900113" indent="439738" algn="l" rtl="0" eaLnBrk="0" fontAlgn="base" hangingPunct="0">
        <a:spcBef>
          <a:spcPts val="2000"/>
        </a:spcBef>
        <a:spcAft>
          <a:spcPct val="0"/>
        </a:spcAft>
        <a:buClr>
          <a:srgbClr val="000000"/>
        </a:buClr>
        <a:buSzPct val="125000"/>
        <a:buFont typeface="Liberation Sans Regular" pitchFamily="122" charset="0"/>
        <a:buChar char="•"/>
        <a:defRPr sz="4000">
          <a:solidFill>
            <a:schemeClr val="tx1"/>
          </a:solidFill>
          <a:latin typeface="Arial"/>
          <a:ea typeface="ヒラギノ角ゴ Pro W3" pitchFamily="122" charset="-128"/>
          <a:cs typeface="+mn-cs"/>
          <a:sym typeface="Liberation Sans Regular" pitchFamily="122" charset="0"/>
        </a:defRPr>
      </a:lvl4pPr>
      <a:lvl5pPr marL="1339850" algn="l" rtl="0" eaLnBrk="0" fontAlgn="base" hangingPunct="0">
        <a:spcBef>
          <a:spcPts val="2000"/>
        </a:spcBef>
        <a:spcAft>
          <a:spcPct val="0"/>
        </a:spcAft>
        <a:buClr>
          <a:srgbClr val="000000"/>
        </a:buClr>
        <a:buSzPct val="125000"/>
        <a:buFont typeface="Liberation Sans Regular" pitchFamily="122" charset="0"/>
        <a:defRPr sz="4000">
          <a:solidFill>
            <a:schemeClr val="tx1"/>
          </a:solidFill>
          <a:latin typeface="Arial"/>
          <a:ea typeface="ヒラギノ角ゴ Pro W3" pitchFamily="122" charset="-128"/>
          <a:cs typeface="+mn-cs"/>
          <a:sym typeface="Liberation Sans Regular" pitchFamily="122" charset="0"/>
        </a:defRPr>
      </a:lvl5pPr>
      <a:lvl6pPr marL="1200150" indent="-508000" algn="l" rtl="0" fontAlgn="base">
        <a:spcBef>
          <a:spcPts val="2000"/>
        </a:spcBef>
        <a:spcAft>
          <a:spcPct val="0"/>
        </a:spcAft>
        <a:buClr>
          <a:srgbClr val="000000"/>
        </a:buClr>
        <a:buSzPct val="125000"/>
        <a:buFont typeface="Liberation Sans Regular" charset="0"/>
        <a:defRPr sz="3200">
          <a:solidFill>
            <a:schemeClr val="tx1"/>
          </a:solidFill>
          <a:latin typeface="+mn-lt"/>
          <a:ea typeface="+mn-ea"/>
          <a:cs typeface="+mn-cs"/>
          <a:sym typeface="Liberation Sans Regular" charset="0"/>
        </a:defRPr>
      </a:lvl6pPr>
      <a:lvl7pPr marL="1657350" indent="-508000" algn="l" rtl="0" fontAlgn="base">
        <a:spcBef>
          <a:spcPts val="2000"/>
        </a:spcBef>
        <a:spcAft>
          <a:spcPct val="0"/>
        </a:spcAft>
        <a:buClr>
          <a:srgbClr val="000000"/>
        </a:buClr>
        <a:buSzPct val="125000"/>
        <a:buFont typeface="Liberation Sans Regular" charset="0"/>
        <a:defRPr sz="3200">
          <a:solidFill>
            <a:schemeClr val="tx1"/>
          </a:solidFill>
          <a:latin typeface="+mn-lt"/>
          <a:ea typeface="+mn-ea"/>
          <a:cs typeface="+mn-cs"/>
          <a:sym typeface="Liberation Sans Regular" charset="0"/>
        </a:defRPr>
      </a:lvl7pPr>
      <a:lvl8pPr marL="2114550" indent="-508000" algn="l" rtl="0" fontAlgn="base">
        <a:spcBef>
          <a:spcPts val="2000"/>
        </a:spcBef>
        <a:spcAft>
          <a:spcPct val="0"/>
        </a:spcAft>
        <a:buClr>
          <a:srgbClr val="000000"/>
        </a:buClr>
        <a:buSzPct val="125000"/>
        <a:buFont typeface="Liberation Sans Regular" charset="0"/>
        <a:defRPr sz="3200">
          <a:solidFill>
            <a:schemeClr val="tx1"/>
          </a:solidFill>
          <a:latin typeface="+mn-lt"/>
          <a:ea typeface="+mn-ea"/>
          <a:cs typeface="+mn-cs"/>
          <a:sym typeface="Liberation Sans Regular" charset="0"/>
        </a:defRPr>
      </a:lvl8pPr>
      <a:lvl9pPr marL="2571750" indent="-508000" algn="l" rtl="0" fontAlgn="base">
        <a:spcBef>
          <a:spcPts val="2000"/>
        </a:spcBef>
        <a:spcAft>
          <a:spcPct val="0"/>
        </a:spcAft>
        <a:buClr>
          <a:srgbClr val="000000"/>
        </a:buClr>
        <a:buSzPct val="125000"/>
        <a:buFont typeface="Liberation Sans Regular" charset="0"/>
        <a:defRPr sz="3200">
          <a:solidFill>
            <a:schemeClr val="tx1"/>
          </a:solidFill>
          <a:latin typeface="+mn-lt"/>
          <a:ea typeface="+mn-ea"/>
          <a:cs typeface="+mn-cs"/>
          <a:sym typeface="Liberation Sans Regular" charset="0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5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4.png"/><Relationship Id="rId5" Type="http://schemas.openxmlformats.org/officeDocument/2006/relationships/image" Target="../media/image3.jpg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ciencephoto.com/media/239615/view/apollo-16-re-entry" TargetMode="External"/><Relationship Id="rId2" Type="http://schemas.openxmlformats.org/officeDocument/2006/relationships/hyperlink" Target="https://www.researchgate.net/publication/320598271_Aerothermodynamic_Optimization_of_Aerospace_Plane_Airfoil_Leading_Edge/figures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scmuseum.org/learn/deeper-dive-series/capturing-history-apollo-11-splashdown" TargetMode="External"/><Relationship Id="rId4" Type="http://schemas.openxmlformats.org/officeDocument/2006/relationships/hyperlink" Target="https://www.geeksforgeeks.org/social-science/composition-and-structure-of-earth-atmosphere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E16C4DB-5070-6F9C-D1A4-F18A479BA2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sym typeface="Liberation Sans Bold" charset="0"/>
              </a:rPr>
              <a:t>Simulation of hypersonic flow in reentry like scenarios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F334DD9-0367-F50A-C49B-8715FDBA9084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sym typeface="Liberation Sans Regular" charset="0"/>
              </a:rPr>
              <a:t>Henri </a:t>
            </a:r>
            <a:r>
              <a:rPr lang="en-US" dirty="0" err="1">
                <a:sym typeface="Liberation Sans Regular" charset="0"/>
              </a:rPr>
              <a:t>Höchter</a:t>
            </a:r>
            <a:r>
              <a:rPr lang="en-US" dirty="0">
                <a:sym typeface="Liberation Sans Regular" charset="0"/>
              </a:rPr>
              <a:t>, Matr. Nr.:</a:t>
            </a:r>
          </a:p>
          <a:p>
            <a:pPr>
              <a:defRPr/>
            </a:pPr>
            <a:r>
              <a:rPr lang="en-US" dirty="0">
                <a:sym typeface="Liberation Sans Regular" charset="0"/>
              </a:rPr>
              <a:t>Michael Heider Matr. Nr.:</a:t>
            </a:r>
          </a:p>
          <a:p>
            <a:pPr>
              <a:defRPr/>
            </a:pPr>
            <a:r>
              <a:rPr lang="en-US" dirty="0">
                <a:sym typeface="Liberation Sans Regular" charset="0"/>
              </a:rPr>
              <a:t>Juli, 20</a:t>
            </a:r>
            <a:r>
              <a:rPr lang="en-US" baseline="30000" dirty="0">
                <a:sym typeface="Liberation Sans Regular" charset="0"/>
              </a:rPr>
              <a:t>th</a:t>
            </a:r>
            <a:r>
              <a:rPr lang="en-US" dirty="0">
                <a:sym typeface="Liberation Sans Regular" charset="0"/>
              </a:rPr>
              <a:t> 2025</a:t>
            </a:r>
          </a:p>
          <a:p>
            <a:pPr>
              <a:defRPr/>
            </a:pPr>
            <a:endParaRPr lang="en-US" dirty="0">
              <a:sym typeface="Liberation Sans Regular" charset="0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30E62EB-5A2F-529C-677F-376EB39C3E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de-DE" dirty="0"/>
              <a:t>Agenda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968B813-CB80-90C5-0ED7-E557D2A96A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765300"/>
            <a:ext cx="21361400" cy="10667999"/>
          </a:xfrm>
        </p:spPr>
        <p:txBody>
          <a:bodyPr/>
          <a:lstStyle/>
          <a:p>
            <a:r>
              <a:rPr lang="en-US" altLang="de-DE" sz="2000" dirty="0">
                <a:latin typeface="Arial" panose="020B0604020202020204" pitchFamily="34" charset="0"/>
              </a:rPr>
              <a:t>  </a:t>
            </a:r>
          </a:p>
        </p:txBody>
      </p:sp>
      <p:sp>
        <p:nvSpPr>
          <p:cNvPr id="6" name="Flussdiagramm: Prozess 5">
            <a:extLst>
              <a:ext uri="{FF2B5EF4-FFF2-40B4-BE49-F238E27FC236}">
                <a16:creationId xmlns:a16="http://schemas.microsoft.com/office/drawing/2014/main" id="{FA21EE06-C89C-2E2E-263E-A4486F9E0053}"/>
              </a:ext>
            </a:extLst>
          </p:cNvPr>
          <p:cNvSpPr/>
          <p:nvPr/>
        </p:nvSpPr>
        <p:spPr bwMode="auto">
          <a:xfrm>
            <a:off x="397566" y="5906604"/>
            <a:ext cx="20474608" cy="1689652"/>
          </a:xfrm>
          <a:prstGeom prst="flowChartProcess">
            <a:avLst/>
          </a:prstGeom>
          <a:solidFill>
            <a:schemeClr val="accent2">
              <a:lumMod val="20000"/>
              <a:lumOff val="80000"/>
            </a:schemeClr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sz="3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iberation Sans Regular" charset="0"/>
                <a:ea typeface="PingFang SC Regular" charset="0"/>
                <a:cs typeface="PingFang SC Regular" charset="0"/>
                <a:sym typeface="Liberation Sans Regular" charset="0"/>
              </a:rPr>
              <a:t>Hy2Foam</a:t>
            </a:r>
          </a:p>
        </p:txBody>
      </p:sp>
      <p:sp>
        <p:nvSpPr>
          <p:cNvPr id="7" name="Flussdiagramm: Prozess 6">
            <a:extLst>
              <a:ext uri="{FF2B5EF4-FFF2-40B4-BE49-F238E27FC236}">
                <a16:creationId xmlns:a16="http://schemas.microsoft.com/office/drawing/2014/main" id="{BFA59687-8534-4C78-1BB4-043A4CFA800A}"/>
              </a:ext>
            </a:extLst>
          </p:cNvPr>
          <p:cNvSpPr/>
          <p:nvPr/>
        </p:nvSpPr>
        <p:spPr bwMode="auto">
          <a:xfrm>
            <a:off x="397566" y="7850256"/>
            <a:ext cx="20474608" cy="1689652"/>
          </a:xfrm>
          <a:prstGeom prst="flowChartProcess">
            <a:avLst/>
          </a:prstGeom>
          <a:solidFill>
            <a:srgbClr val="7CEB99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de-DE" dirty="0" err="1">
                <a:latin typeface="Liberation Sans Regular" charset="0"/>
                <a:ea typeface="PingFang SC Regular" charset="0"/>
                <a:cs typeface="PingFang SC Regular" charset="0"/>
                <a:sym typeface="Liberation Sans Regular" charset="0"/>
              </a:rPr>
              <a:t>Nose</a:t>
            </a:r>
            <a:r>
              <a:rPr lang="de-DE" dirty="0">
                <a:latin typeface="Liberation Sans Regular" charset="0"/>
                <a:ea typeface="PingFang SC Regular" charset="0"/>
                <a:cs typeface="PingFang SC Regular" charset="0"/>
                <a:sym typeface="Liberation Sans Regular" charset="0"/>
              </a:rPr>
              <a:t> radii </a:t>
            </a:r>
            <a:r>
              <a:rPr lang="de-DE" dirty="0" err="1">
                <a:latin typeface="Liberation Sans Regular" charset="0"/>
                <a:ea typeface="PingFang SC Regular" charset="0"/>
                <a:cs typeface="PingFang SC Regular" charset="0"/>
                <a:sym typeface="Liberation Sans Regular" charset="0"/>
              </a:rPr>
              <a:t>investigation</a:t>
            </a:r>
            <a:endParaRPr kumimoji="0" lang="de-DE" sz="3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Liberation Sans Regular" charset="0"/>
              <a:ea typeface="PingFang SC Regular" charset="0"/>
              <a:cs typeface="PingFang SC Regular" charset="0"/>
              <a:sym typeface="Liberation Sans Regular" charset="0"/>
            </a:endParaRPr>
          </a:p>
        </p:txBody>
      </p:sp>
      <p:sp>
        <p:nvSpPr>
          <p:cNvPr id="8" name="Flussdiagramm: Prozess 7">
            <a:extLst>
              <a:ext uri="{FF2B5EF4-FFF2-40B4-BE49-F238E27FC236}">
                <a16:creationId xmlns:a16="http://schemas.microsoft.com/office/drawing/2014/main" id="{F03DDA83-3F5A-A098-815B-2D435B45CBCF}"/>
              </a:ext>
            </a:extLst>
          </p:cNvPr>
          <p:cNvSpPr/>
          <p:nvPr/>
        </p:nvSpPr>
        <p:spPr bwMode="auto">
          <a:xfrm>
            <a:off x="397566" y="9793908"/>
            <a:ext cx="20474608" cy="1689652"/>
          </a:xfrm>
          <a:prstGeom prst="flowChartProcess">
            <a:avLst/>
          </a:prstGeom>
          <a:solidFill>
            <a:srgbClr val="29B95C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sz="3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iberation Sans Regular" charset="0"/>
                <a:ea typeface="PingFang SC Regular" charset="0"/>
                <a:cs typeface="PingFang SC Regular" charset="0"/>
                <a:sym typeface="Liberation Sans Regular" charset="0"/>
              </a:rPr>
              <a:t>Summary</a:t>
            </a:r>
          </a:p>
        </p:txBody>
      </p:sp>
      <p:sp>
        <p:nvSpPr>
          <p:cNvPr id="3" name="Flussdiagramm: Prozess 2">
            <a:extLst>
              <a:ext uri="{FF2B5EF4-FFF2-40B4-BE49-F238E27FC236}">
                <a16:creationId xmlns:a16="http://schemas.microsoft.com/office/drawing/2014/main" id="{F71B17E7-E7D4-38C0-8FAE-443257E4E2A7}"/>
              </a:ext>
            </a:extLst>
          </p:cNvPr>
          <p:cNvSpPr/>
          <p:nvPr/>
        </p:nvSpPr>
        <p:spPr bwMode="auto">
          <a:xfrm>
            <a:off x="397566" y="3962952"/>
            <a:ext cx="20474608" cy="1689652"/>
          </a:xfrm>
          <a:prstGeom prst="flowChartProcess">
            <a:avLst/>
          </a:prstGeom>
          <a:solidFill>
            <a:schemeClr val="accent2">
              <a:lumMod val="40000"/>
              <a:lumOff val="60000"/>
            </a:schemeClr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sz="3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Liberation Sans Regular" charset="0"/>
                <a:ea typeface="PingFang SC Regular" charset="0"/>
                <a:cs typeface="PingFang SC Regular" charset="0"/>
                <a:sym typeface="Liberation Sans Regular" charset="0"/>
              </a:rPr>
              <a:t>OpenFoam</a:t>
            </a:r>
            <a:r>
              <a:rPr kumimoji="0" lang="de-DE" sz="3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iberation Sans Regular" charset="0"/>
                <a:ea typeface="PingFang SC Regular" charset="0"/>
                <a:cs typeface="PingFang SC Regular" charset="0"/>
                <a:sym typeface="Liberation Sans Regular" charset="0"/>
              </a:rPr>
              <a:t> native </a:t>
            </a:r>
            <a:r>
              <a:rPr kumimoji="0" lang="de-DE" sz="3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Liberation Sans Regular" charset="0"/>
                <a:ea typeface="PingFang SC Regular" charset="0"/>
                <a:cs typeface="PingFang SC Regular" charset="0"/>
                <a:sym typeface="Liberation Sans Regular" charset="0"/>
              </a:rPr>
              <a:t>solver</a:t>
            </a:r>
            <a:endParaRPr kumimoji="0" lang="de-DE" sz="3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Liberation Sans Regular" charset="0"/>
              <a:ea typeface="PingFang SC Regular" charset="0"/>
              <a:cs typeface="PingFang SC Regular" charset="0"/>
              <a:sym typeface="Liberation Sans Regular" charset="0"/>
            </a:endParaRPr>
          </a:p>
        </p:txBody>
      </p:sp>
      <p:sp>
        <p:nvSpPr>
          <p:cNvPr id="2" name="Flussdiagramm: Prozess 1">
            <a:extLst>
              <a:ext uri="{FF2B5EF4-FFF2-40B4-BE49-F238E27FC236}">
                <a16:creationId xmlns:a16="http://schemas.microsoft.com/office/drawing/2014/main" id="{D46634DB-1506-64C0-D7B7-DE3AD4317586}"/>
              </a:ext>
            </a:extLst>
          </p:cNvPr>
          <p:cNvSpPr/>
          <p:nvPr/>
        </p:nvSpPr>
        <p:spPr bwMode="auto">
          <a:xfrm>
            <a:off x="443396" y="2019300"/>
            <a:ext cx="20474608" cy="1689652"/>
          </a:xfrm>
          <a:prstGeom prst="flowChartProcess">
            <a:avLst/>
          </a:prstGeom>
          <a:solidFill>
            <a:schemeClr val="accent2">
              <a:lumMod val="60000"/>
              <a:lumOff val="40000"/>
            </a:schemeClr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sz="3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iberation Sans Regular" charset="0"/>
                <a:ea typeface="PingFang SC Regular" charset="0"/>
                <a:cs typeface="PingFang SC Regular" charset="0"/>
                <a:sym typeface="Liberation Sans Regular" charset="0"/>
              </a:rPr>
              <a:t>Theory </a:t>
            </a:r>
            <a:r>
              <a:rPr kumimoji="0" lang="de-DE" sz="3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Liberation Sans Regular" charset="0"/>
                <a:ea typeface="PingFang SC Regular" charset="0"/>
                <a:cs typeface="PingFang SC Regular" charset="0"/>
                <a:sym typeface="Liberation Sans Regular" charset="0"/>
              </a:rPr>
              <a:t>of</a:t>
            </a:r>
            <a:r>
              <a:rPr kumimoji="0" lang="de-DE" sz="3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iberation Sans Regular" charset="0"/>
                <a:ea typeface="PingFang SC Regular" charset="0"/>
                <a:cs typeface="PingFang SC Regular" charset="0"/>
                <a:sym typeface="Liberation Sans Regular" charset="0"/>
              </a:rPr>
              <a:t> </a:t>
            </a:r>
            <a:r>
              <a:rPr kumimoji="0" lang="de-DE" sz="3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Liberation Sans Regular" charset="0"/>
                <a:ea typeface="PingFang SC Regular" charset="0"/>
                <a:cs typeface="PingFang SC Regular" charset="0"/>
                <a:sym typeface="Liberation Sans Regular" charset="0"/>
              </a:rPr>
              <a:t>hypersonicflows</a:t>
            </a:r>
            <a:r>
              <a:rPr kumimoji="0" lang="de-DE" sz="3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iberation Sans Regular" charset="0"/>
                <a:ea typeface="PingFang SC Regular" charset="0"/>
                <a:cs typeface="PingFang SC Regular" charset="0"/>
                <a:sym typeface="Liberation Sans Regular" charset="0"/>
              </a:rPr>
              <a:t> in a </a:t>
            </a:r>
            <a:r>
              <a:rPr kumimoji="0" lang="de-DE" sz="3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Liberation Sans Regular" charset="0"/>
                <a:ea typeface="PingFang SC Regular" charset="0"/>
                <a:cs typeface="PingFang SC Regular" charset="0"/>
                <a:sym typeface="Liberation Sans Regular" charset="0"/>
              </a:rPr>
              <a:t>reentry</a:t>
            </a:r>
            <a:r>
              <a:rPr kumimoji="0" lang="de-DE" sz="3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iberation Sans Regular" charset="0"/>
                <a:ea typeface="PingFang SC Regular" charset="0"/>
                <a:cs typeface="PingFang SC Regular" charset="0"/>
                <a:sym typeface="Liberation Sans Regular" charset="0"/>
              </a:rPr>
              <a:t> </a:t>
            </a:r>
            <a:r>
              <a:rPr kumimoji="0" lang="de-DE" sz="3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Liberation Sans Regular" charset="0"/>
                <a:ea typeface="PingFang SC Regular" charset="0"/>
                <a:cs typeface="PingFang SC Regular" charset="0"/>
                <a:sym typeface="Liberation Sans Regular" charset="0"/>
              </a:rPr>
              <a:t>situation</a:t>
            </a:r>
            <a:r>
              <a:rPr kumimoji="0" lang="de-DE" sz="3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iberation Sans Regular" charset="0"/>
                <a:ea typeface="PingFang SC Regular" charset="0"/>
                <a:cs typeface="PingFang SC Regular" charset="0"/>
                <a:sym typeface="Liberation Sans Regular" charset="0"/>
              </a:rPr>
              <a:t> </a:t>
            </a:r>
          </a:p>
        </p:txBody>
      </p: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0191B257-1F18-8E76-4EE3-350ECCB0E760}"/>
              </a:ext>
            </a:extLst>
          </p:cNvPr>
          <p:cNvGrpSpPr/>
          <p:nvPr/>
        </p:nvGrpSpPr>
        <p:grpSpPr>
          <a:xfrm rot="10129846">
            <a:off x="18546418" y="1271830"/>
            <a:ext cx="1928191" cy="2135257"/>
            <a:chOff x="11589026" y="4532243"/>
            <a:chExt cx="1928191" cy="2135257"/>
          </a:xfrm>
        </p:grpSpPr>
        <p:sp>
          <p:nvSpPr>
            <p:cNvPr id="9" name="Bogen 8">
              <a:extLst>
                <a:ext uri="{FF2B5EF4-FFF2-40B4-BE49-F238E27FC236}">
                  <a16:creationId xmlns:a16="http://schemas.microsoft.com/office/drawing/2014/main" id="{D90C766F-A20F-567C-FFD2-E2E5AC4704EA}"/>
                </a:ext>
              </a:extLst>
            </p:cNvPr>
            <p:cNvSpPr/>
            <p:nvPr/>
          </p:nvSpPr>
          <p:spPr bwMode="auto">
            <a:xfrm>
              <a:off x="11589026" y="4532243"/>
              <a:ext cx="1928191" cy="2135257"/>
            </a:xfrm>
            <a:prstGeom prst="arc">
              <a:avLst/>
            </a:prstGeom>
            <a:solidFill>
              <a:schemeClr val="accent1"/>
            </a:solidFill>
            <a:ln w="2540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e-DE" sz="3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Liberation Sans Regular" charset="0"/>
                <a:ea typeface="PingFang SC Regular" charset="0"/>
                <a:cs typeface="PingFang SC Regular" charset="0"/>
                <a:sym typeface="Liberation Sans Regular" charset="0"/>
              </a:endParaRPr>
            </a:p>
          </p:txBody>
        </p:sp>
        <p:sp>
          <p:nvSpPr>
            <p:cNvPr id="10" name="Gleichschenkliges Dreieck 9">
              <a:extLst>
                <a:ext uri="{FF2B5EF4-FFF2-40B4-BE49-F238E27FC236}">
                  <a16:creationId xmlns:a16="http://schemas.microsoft.com/office/drawing/2014/main" id="{9CFFBB51-05F3-DC13-6B91-10FFC9686276}"/>
                </a:ext>
              </a:extLst>
            </p:cNvPr>
            <p:cNvSpPr/>
            <p:nvPr/>
          </p:nvSpPr>
          <p:spPr bwMode="auto">
            <a:xfrm rot="13771913">
              <a:off x="11939881" y="4927136"/>
              <a:ext cx="1472735" cy="942009"/>
            </a:xfrm>
            <a:prstGeom prst="triangle">
              <a:avLst/>
            </a:prstGeom>
            <a:solidFill>
              <a:schemeClr val="accent1"/>
            </a:solidFill>
            <a:ln w="2540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e-DE" sz="3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Liberation Sans Regular" charset="0"/>
                <a:ea typeface="PingFang SC Regular" charset="0"/>
                <a:cs typeface="PingFang SC Regular" charset="0"/>
                <a:sym typeface="Liberation Sans Regular" charset="0"/>
              </a:endParaRPr>
            </a:p>
          </p:txBody>
        </p:sp>
      </p:grp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B7E159-21C3-12AE-746F-09C6844082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C780E8A-7037-C0DD-EC98-80B24261C0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de-DE" dirty="0"/>
              <a:t>Definition of hypersonic flow in a reentry scenario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F0CE735-82D8-1363-5672-039016BA83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de-DE" dirty="0">
                <a:latin typeface="Arial" panose="020B0604020202020204" pitchFamily="34" charset="0"/>
              </a:rPr>
              <a:t>Hypersonic flow: </a:t>
            </a:r>
          </a:p>
          <a:p>
            <a:r>
              <a:rPr lang="en-US" altLang="de-DE" dirty="0">
                <a:latin typeface="Arial" panose="020B0604020202020204" pitchFamily="34" charset="0"/>
              </a:rPr>
              <a:t>		M &gt; 5  </a:t>
            </a:r>
          </a:p>
          <a:p>
            <a:endParaRPr lang="en-US" altLang="de-DE" dirty="0">
              <a:latin typeface="Arial" panose="020B0604020202020204" pitchFamily="34" charset="0"/>
            </a:endParaRPr>
          </a:p>
          <a:p>
            <a:r>
              <a:rPr lang="en-US" altLang="de-DE" dirty="0">
                <a:latin typeface="Arial" panose="020B0604020202020204" pitchFamily="34" charset="0"/>
              </a:rPr>
              <a:t>Particle temperature:</a:t>
            </a:r>
          </a:p>
          <a:p>
            <a:endParaRPr lang="en-US" altLang="de-DE" dirty="0">
              <a:latin typeface="Arial" panose="020B0604020202020204" pitchFamily="34" charset="0"/>
            </a:endParaRPr>
          </a:p>
          <a:p>
            <a:r>
              <a:rPr lang="en-US" altLang="de-DE" dirty="0">
                <a:latin typeface="Arial" panose="020B0604020202020204" pitchFamily="34" charset="0"/>
              </a:rPr>
              <a:t>Heat on surface: </a:t>
            </a:r>
          </a:p>
          <a:p>
            <a:r>
              <a:rPr lang="en-US" altLang="de-DE" dirty="0">
                <a:latin typeface="Arial" panose="020B0604020202020204" pitchFamily="34" charset="0"/>
              </a:rPr>
              <a:t>	</a:t>
            </a:r>
          </a:p>
          <a:p>
            <a:r>
              <a:rPr lang="en-US" altLang="de-DE" dirty="0">
                <a:latin typeface="Arial" panose="020B0604020202020204" pitchFamily="34" charset="0"/>
              </a:rPr>
              <a:t>Density vs. height:</a:t>
            </a:r>
          </a:p>
          <a:p>
            <a:r>
              <a:rPr lang="en-US" altLang="de-DE" dirty="0">
                <a:latin typeface="Arial" panose="020B0604020202020204" pitchFamily="34" charset="0"/>
              </a:rPr>
              <a:t>			</a:t>
            </a:r>
          </a:p>
        </p:txBody>
      </p:sp>
      <p:grpSp>
        <p:nvGrpSpPr>
          <p:cNvPr id="22" name="Gruppieren 21">
            <a:extLst>
              <a:ext uri="{FF2B5EF4-FFF2-40B4-BE49-F238E27FC236}">
                <a16:creationId xmlns:a16="http://schemas.microsoft.com/office/drawing/2014/main" id="{F5FFCE63-9047-0854-F325-5CC6B5560AEC}"/>
              </a:ext>
            </a:extLst>
          </p:cNvPr>
          <p:cNvGrpSpPr/>
          <p:nvPr/>
        </p:nvGrpSpPr>
        <p:grpSpPr>
          <a:xfrm>
            <a:off x="6418395" y="757069"/>
            <a:ext cx="10951796" cy="7461224"/>
            <a:chOff x="9790245" y="1004719"/>
            <a:chExt cx="10951796" cy="7461224"/>
          </a:xfrm>
        </p:grpSpPr>
        <p:grpSp>
          <p:nvGrpSpPr>
            <p:cNvPr id="14" name="Gruppieren 13">
              <a:extLst>
                <a:ext uri="{FF2B5EF4-FFF2-40B4-BE49-F238E27FC236}">
                  <a16:creationId xmlns:a16="http://schemas.microsoft.com/office/drawing/2014/main" id="{120EF9CA-8E42-0757-CCEB-0F09182BB191}"/>
                </a:ext>
              </a:extLst>
            </p:cNvPr>
            <p:cNvGrpSpPr/>
            <p:nvPr/>
          </p:nvGrpSpPr>
          <p:grpSpPr>
            <a:xfrm>
              <a:off x="9790245" y="1004719"/>
              <a:ext cx="9826083" cy="7461224"/>
              <a:chOff x="9790245" y="1004719"/>
              <a:chExt cx="9826083" cy="7461224"/>
            </a:xfrm>
          </p:grpSpPr>
          <p:pic>
            <p:nvPicPr>
              <p:cNvPr id="8" name="Grafik 7" descr="Ein Bild, das Text, Screenshot, Reihe, Diagramm enthält.&#10;&#10;KI-generierte Inhalte können fehlerhaft sein.">
                <a:extLst>
                  <a:ext uri="{FF2B5EF4-FFF2-40B4-BE49-F238E27FC236}">
                    <a16:creationId xmlns:a16="http://schemas.microsoft.com/office/drawing/2014/main" id="{C334EE7D-DD73-A327-99DB-0D72346DBD9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790245" y="2324639"/>
                <a:ext cx="9826083" cy="6141304"/>
              </a:xfrm>
              <a:prstGeom prst="rect">
                <a:avLst/>
              </a:prstGeom>
              <a:ln>
                <a:noFill/>
              </a:ln>
              <a:effectLst>
                <a:softEdge rad="112500"/>
              </a:effectLst>
            </p:spPr>
          </p:pic>
          <p:pic>
            <p:nvPicPr>
              <p:cNvPr id="12" name="Grafik 11">
                <a:extLst>
                  <a:ext uri="{FF2B5EF4-FFF2-40B4-BE49-F238E27FC236}">
                    <a16:creationId xmlns:a16="http://schemas.microsoft.com/office/drawing/2014/main" id="{7ED2E2AF-3D5A-44A8-6DD7-C2146F1E55C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7646099" y="3755046"/>
                <a:ext cx="1915421" cy="1103802"/>
              </a:xfrm>
              <a:prstGeom prst="rect">
                <a:avLst/>
              </a:prstGeom>
            </p:spPr>
          </p:pic>
          <p:sp>
            <p:nvSpPr>
              <p:cNvPr id="13" name="Flussdiagramm: Prozess 12">
                <a:extLst>
                  <a:ext uri="{FF2B5EF4-FFF2-40B4-BE49-F238E27FC236}">
                    <a16:creationId xmlns:a16="http://schemas.microsoft.com/office/drawing/2014/main" id="{B1715087-D90B-58D8-9264-65CF26F18F55}"/>
                  </a:ext>
                </a:extLst>
              </p:cNvPr>
              <p:cNvSpPr/>
              <p:nvPr/>
            </p:nvSpPr>
            <p:spPr bwMode="auto">
              <a:xfrm>
                <a:off x="17181130" y="2324639"/>
                <a:ext cx="2268920" cy="1390111"/>
              </a:xfrm>
              <a:prstGeom prst="flowChartProcess">
                <a:avLst/>
              </a:prstGeom>
              <a:solidFill>
                <a:schemeClr val="bg1"/>
              </a:solidFill>
              <a:ln w="254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de-DE" sz="38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Liberation Sans Regular" charset="0"/>
                  <a:ea typeface="PingFang SC Regular" charset="0"/>
                  <a:cs typeface="PingFang SC Regular" charset="0"/>
                  <a:sym typeface="Liberation Sans Regular" charset="0"/>
                </a:endParaRPr>
              </a:p>
            </p:txBody>
          </p:sp>
          <p:sp>
            <p:nvSpPr>
              <p:cNvPr id="9" name="Bogen 8">
                <a:extLst>
                  <a:ext uri="{FF2B5EF4-FFF2-40B4-BE49-F238E27FC236}">
                    <a16:creationId xmlns:a16="http://schemas.microsoft.com/office/drawing/2014/main" id="{BD0BEBD9-B97F-FB04-DCE5-577C878AB2BB}"/>
                  </a:ext>
                </a:extLst>
              </p:cNvPr>
              <p:cNvSpPr/>
              <p:nvPr/>
            </p:nvSpPr>
            <p:spPr bwMode="auto">
              <a:xfrm rot="4358442">
                <a:off x="15592619" y="521893"/>
                <a:ext cx="2085253" cy="3050906"/>
              </a:xfrm>
              <a:prstGeom prst="arc">
                <a:avLst>
                  <a:gd name="adj1" fmla="val 17526260"/>
                  <a:gd name="adj2" fmla="val 0"/>
                </a:avLst>
              </a:prstGeom>
              <a:noFill/>
              <a:ln w="28575" cap="flat" cmpd="sng" algn="ctr">
                <a:solidFill>
                  <a:srgbClr val="537BC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de-DE" sz="38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Liberation Sans Regular" charset="0"/>
                  <a:ea typeface="PingFang SC Regular" charset="0"/>
                  <a:cs typeface="PingFang SC Regular" charset="0"/>
                  <a:sym typeface="Liberation Sans Regular" charset="0"/>
                </a:endParaRPr>
              </a:p>
            </p:txBody>
          </p:sp>
          <p:sp>
            <p:nvSpPr>
              <p:cNvPr id="10" name="Flussdiagramm: Prozess 9">
                <a:extLst>
                  <a:ext uri="{FF2B5EF4-FFF2-40B4-BE49-F238E27FC236}">
                    <a16:creationId xmlns:a16="http://schemas.microsoft.com/office/drawing/2014/main" id="{6E63B217-1B49-24B5-271B-27CC33A2098C}"/>
                  </a:ext>
                </a:extLst>
              </p:cNvPr>
              <p:cNvSpPr/>
              <p:nvPr/>
            </p:nvSpPr>
            <p:spPr bwMode="auto">
              <a:xfrm>
                <a:off x="16838230" y="2949295"/>
                <a:ext cx="171450" cy="177241"/>
              </a:xfrm>
              <a:prstGeom prst="flowChartProcess">
                <a:avLst/>
              </a:prstGeom>
              <a:solidFill>
                <a:srgbClr val="24C600"/>
              </a:solidFill>
              <a:ln w="254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de-DE" sz="38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Liberation Sans Regular" charset="0"/>
                  <a:ea typeface="PingFang SC Regular" charset="0"/>
                  <a:cs typeface="PingFang SC Regular" charset="0"/>
                  <a:sym typeface="Liberation Sans Regular" charset="0"/>
                </a:endParaRPr>
              </a:p>
            </p:txBody>
          </p:sp>
        </p:grpSp>
        <p:sp>
          <p:nvSpPr>
            <p:cNvPr id="15" name="Flussdiagramm: Prozess 14">
              <a:extLst>
                <a:ext uri="{FF2B5EF4-FFF2-40B4-BE49-F238E27FC236}">
                  <a16:creationId xmlns:a16="http://schemas.microsoft.com/office/drawing/2014/main" id="{ACA80DAE-EF78-36C8-52D6-9BF0079BA7C5}"/>
                </a:ext>
              </a:extLst>
            </p:cNvPr>
            <p:cNvSpPr/>
            <p:nvPr/>
          </p:nvSpPr>
          <p:spPr bwMode="auto">
            <a:xfrm>
              <a:off x="11141242" y="2663082"/>
              <a:ext cx="6352674" cy="1088541"/>
            </a:xfrm>
            <a:prstGeom prst="flowChartProcess">
              <a:avLst/>
            </a:prstGeom>
            <a:solidFill>
              <a:srgbClr val="C189F7">
                <a:alpha val="25000"/>
              </a:srgbClr>
            </a:solidFill>
            <a:ln w="2540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e-DE" sz="3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iberation Sans Regular" charset="0"/>
                <a:ea typeface="PingFang SC Regular" charset="0"/>
                <a:cs typeface="PingFang SC Regular" charset="0"/>
                <a:sym typeface="Liberation Sans Regular" charset="0"/>
              </a:endParaRPr>
            </a:p>
          </p:txBody>
        </p:sp>
        <p:sp>
          <p:nvSpPr>
            <p:cNvPr id="16" name="Flussdiagramm: Prozess 15">
              <a:extLst>
                <a:ext uri="{FF2B5EF4-FFF2-40B4-BE49-F238E27FC236}">
                  <a16:creationId xmlns:a16="http://schemas.microsoft.com/office/drawing/2014/main" id="{E4CB2570-99C2-F267-157C-0CAC8069E963}"/>
                </a:ext>
              </a:extLst>
            </p:cNvPr>
            <p:cNvSpPr/>
            <p:nvPr/>
          </p:nvSpPr>
          <p:spPr bwMode="auto">
            <a:xfrm>
              <a:off x="11141242" y="3412750"/>
              <a:ext cx="6352674" cy="1586946"/>
            </a:xfrm>
            <a:prstGeom prst="flowChartProcess">
              <a:avLst/>
            </a:prstGeom>
            <a:solidFill>
              <a:srgbClr val="FF0000">
                <a:alpha val="25000"/>
              </a:srgbClr>
            </a:solidFill>
            <a:ln w="2540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e-DE" sz="3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iberation Sans Regular" charset="0"/>
                <a:ea typeface="PingFang SC Regular" charset="0"/>
                <a:cs typeface="PingFang SC Regular" charset="0"/>
                <a:sym typeface="Liberation Sans Regular" charset="0"/>
              </a:endParaRPr>
            </a:p>
          </p:txBody>
        </p:sp>
        <p:sp>
          <p:nvSpPr>
            <p:cNvPr id="17" name="Flussdiagramm: Prozess 16">
              <a:extLst>
                <a:ext uri="{FF2B5EF4-FFF2-40B4-BE49-F238E27FC236}">
                  <a16:creationId xmlns:a16="http://schemas.microsoft.com/office/drawing/2014/main" id="{C023D76A-7629-2C70-CDA6-64204EE51D2B}"/>
                </a:ext>
              </a:extLst>
            </p:cNvPr>
            <p:cNvSpPr/>
            <p:nvPr/>
          </p:nvSpPr>
          <p:spPr bwMode="auto">
            <a:xfrm>
              <a:off x="17818100" y="5100148"/>
              <a:ext cx="127000" cy="135860"/>
            </a:xfrm>
            <a:prstGeom prst="flowChartProcess">
              <a:avLst/>
            </a:prstGeom>
            <a:solidFill>
              <a:srgbClr val="EFE1FD"/>
            </a:solidFill>
            <a:ln w="2540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e-DE" sz="3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Liberation Sans Regular" charset="0"/>
                <a:ea typeface="PingFang SC Regular" charset="0"/>
                <a:cs typeface="PingFang SC Regular" charset="0"/>
                <a:sym typeface="Liberation Sans Regular" charset="0"/>
              </a:endParaRPr>
            </a:p>
          </p:txBody>
        </p:sp>
        <p:sp>
          <p:nvSpPr>
            <p:cNvPr id="18" name="Flussdiagramm: Prozess 17">
              <a:extLst>
                <a:ext uri="{FF2B5EF4-FFF2-40B4-BE49-F238E27FC236}">
                  <a16:creationId xmlns:a16="http://schemas.microsoft.com/office/drawing/2014/main" id="{2339269D-8EF4-0E85-C123-9D62B113EB89}"/>
                </a:ext>
              </a:extLst>
            </p:cNvPr>
            <p:cNvSpPr/>
            <p:nvPr/>
          </p:nvSpPr>
          <p:spPr bwMode="auto">
            <a:xfrm>
              <a:off x="17818100" y="5587127"/>
              <a:ext cx="127000" cy="118140"/>
            </a:xfrm>
            <a:prstGeom prst="flowChartProcess">
              <a:avLst/>
            </a:prstGeom>
            <a:solidFill>
              <a:srgbClr val="FFBFBF"/>
            </a:solidFill>
            <a:ln w="2540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e-DE" sz="3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Liberation Sans Regular" charset="0"/>
                <a:ea typeface="PingFang SC Regular" charset="0"/>
                <a:cs typeface="PingFang SC Regular" charset="0"/>
                <a:sym typeface="Liberation Sans Regular" charset="0"/>
              </a:endParaRPr>
            </a:p>
          </p:txBody>
        </p:sp>
        <p:sp>
          <p:nvSpPr>
            <p:cNvPr id="19" name="Textfeld 18">
              <a:extLst>
                <a:ext uri="{FF2B5EF4-FFF2-40B4-BE49-F238E27FC236}">
                  <a16:creationId xmlns:a16="http://schemas.microsoft.com/office/drawing/2014/main" id="{AC9DF910-EB93-144D-B5E7-603873FF68EF}"/>
                </a:ext>
              </a:extLst>
            </p:cNvPr>
            <p:cNvSpPr txBox="1"/>
            <p:nvPr/>
          </p:nvSpPr>
          <p:spPr>
            <a:xfrm>
              <a:off x="17994209" y="4976705"/>
              <a:ext cx="208101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2000" dirty="0"/>
                <a:t>Plasma </a:t>
              </a:r>
              <a:r>
                <a:rPr lang="de-DE" sz="2000" dirty="0" err="1"/>
                <a:t>occuring</a:t>
              </a:r>
              <a:endParaRPr lang="de-DE" sz="2000" dirty="0"/>
            </a:p>
          </p:txBody>
        </p:sp>
        <p:sp>
          <p:nvSpPr>
            <p:cNvPr id="20" name="Textfeld 19">
              <a:extLst>
                <a:ext uri="{FF2B5EF4-FFF2-40B4-BE49-F238E27FC236}">
                  <a16:creationId xmlns:a16="http://schemas.microsoft.com/office/drawing/2014/main" id="{1D0D261E-3A37-13D5-9CD6-E7A02ED49762}"/>
                </a:ext>
              </a:extLst>
            </p:cNvPr>
            <p:cNvSpPr txBox="1"/>
            <p:nvPr/>
          </p:nvSpPr>
          <p:spPr>
            <a:xfrm>
              <a:off x="18008600" y="5435885"/>
              <a:ext cx="273344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2000" dirty="0" err="1"/>
                <a:t>Highest</a:t>
              </a:r>
              <a:r>
                <a:rPr lang="de-DE" sz="2000" dirty="0"/>
                <a:t> thermal stress</a:t>
              </a:r>
            </a:p>
          </p:txBody>
        </p:sp>
      </p:grpSp>
      <p:pic>
        <p:nvPicPr>
          <p:cNvPr id="21" name="output">
            <a:hlinkClick r:id="" action="ppaction://media"/>
            <a:extLst>
              <a:ext uri="{FF2B5EF4-FFF2-40B4-BE49-F238E27FC236}">
                <a16:creationId xmlns:a16="http://schemas.microsoft.com/office/drawing/2014/main" id="{A90C8360-199E-0FFD-0E92-26A5350A56C6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7097609" y="8258589"/>
            <a:ext cx="8134350" cy="4572000"/>
          </a:xfrm>
          <a:prstGeom prst="rect">
            <a:avLst/>
          </a:prstGeom>
        </p:spPr>
      </p:pic>
      <p:sp>
        <p:nvSpPr>
          <p:cNvPr id="23" name="Flussdiagramm: Prozess 22">
            <a:extLst>
              <a:ext uri="{FF2B5EF4-FFF2-40B4-BE49-F238E27FC236}">
                <a16:creationId xmlns:a16="http://schemas.microsoft.com/office/drawing/2014/main" id="{6EDE6C73-593B-6F9E-0B03-4DD13E253576}"/>
              </a:ext>
            </a:extLst>
          </p:cNvPr>
          <p:cNvSpPr/>
          <p:nvPr/>
        </p:nvSpPr>
        <p:spPr bwMode="auto">
          <a:xfrm>
            <a:off x="19640550" y="2019300"/>
            <a:ext cx="1454828" cy="9886950"/>
          </a:xfrm>
          <a:prstGeom prst="flowChartProcess">
            <a:avLst/>
          </a:prstGeom>
          <a:solidFill>
            <a:schemeClr val="bg1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3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Liberation Sans Regular" charset="0"/>
              <a:ea typeface="PingFang SC Regular" charset="0"/>
              <a:cs typeface="PingFang SC Regular" charset="0"/>
              <a:sym typeface="Liberation Sans Regular" charset="0"/>
            </a:endParaRPr>
          </a:p>
        </p:txBody>
      </p:sp>
      <p:sp>
        <p:nvSpPr>
          <p:cNvPr id="27" name="Flussdiagramm: Prozess 26">
            <a:extLst>
              <a:ext uri="{FF2B5EF4-FFF2-40B4-BE49-F238E27FC236}">
                <a16:creationId xmlns:a16="http://schemas.microsoft.com/office/drawing/2014/main" id="{80C519B2-C3FD-AD18-073D-D3FF1277FC15}"/>
              </a:ext>
            </a:extLst>
          </p:cNvPr>
          <p:cNvSpPr/>
          <p:nvPr/>
        </p:nvSpPr>
        <p:spPr bwMode="auto">
          <a:xfrm>
            <a:off x="19633844" y="5457617"/>
            <a:ext cx="1454828" cy="6442380"/>
          </a:xfrm>
          <a:prstGeom prst="flowChartProcess">
            <a:avLst/>
          </a:prstGeom>
          <a:solidFill>
            <a:schemeClr val="accent2">
              <a:lumMod val="20000"/>
              <a:lumOff val="80000"/>
            </a:schemeClr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3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Liberation Sans Regular" charset="0"/>
              <a:ea typeface="PingFang SC Regular" charset="0"/>
              <a:cs typeface="PingFang SC Regular" charset="0"/>
              <a:sym typeface="Liberation Sans Regular" charset="0"/>
            </a:endParaRPr>
          </a:p>
        </p:txBody>
      </p:sp>
      <p:sp>
        <p:nvSpPr>
          <p:cNvPr id="26" name="Flussdiagramm: Prozess 25">
            <a:extLst>
              <a:ext uri="{FF2B5EF4-FFF2-40B4-BE49-F238E27FC236}">
                <a16:creationId xmlns:a16="http://schemas.microsoft.com/office/drawing/2014/main" id="{F8BE9A29-1AB1-4393-E1D6-FC5AA513A272}"/>
              </a:ext>
            </a:extLst>
          </p:cNvPr>
          <p:cNvSpPr/>
          <p:nvPr/>
        </p:nvSpPr>
        <p:spPr bwMode="auto">
          <a:xfrm>
            <a:off x="19634573" y="6630079"/>
            <a:ext cx="1454828" cy="5278998"/>
          </a:xfrm>
          <a:prstGeom prst="flowChartProcess">
            <a:avLst/>
          </a:prstGeom>
          <a:solidFill>
            <a:schemeClr val="accent2">
              <a:lumMod val="40000"/>
              <a:lumOff val="60000"/>
            </a:schemeClr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3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Liberation Sans Regular" charset="0"/>
              <a:ea typeface="PingFang SC Regular" charset="0"/>
              <a:cs typeface="PingFang SC Regular" charset="0"/>
              <a:sym typeface="Liberation Sans Regular" charset="0"/>
            </a:endParaRPr>
          </a:p>
        </p:txBody>
      </p:sp>
      <p:sp>
        <p:nvSpPr>
          <p:cNvPr id="24" name="Flussdiagramm: Prozess 23">
            <a:extLst>
              <a:ext uri="{FF2B5EF4-FFF2-40B4-BE49-F238E27FC236}">
                <a16:creationId xmlns:a16="http://schemas.microsoft.com/office/drawing/2014/main" id="{F3383D87-15A6-AFE9-3A0E-585F20E8AA0A}"/>
              </a:ext>
            </a:extLst>
          </p:cNvPr>
          <p:cNvSpPr/>
          <p:nvPr/>
        </p:nvSpPr>
        <p:spPr bwMode="auto">
          <a:xfrm>
            <a:off x="19635208" y="7935037"/>
            <a:ext cx="1454828" cy="3984009"/>
          </a:xfrm>
          <a:prstGeom prst="flowChartProcess">
            <a:avLst/>
          </a:prstGeom>
          <a:solidFill>
            <a:schemeClr val="accent2">
              <a:lumMod val="60000"/>
              <a:lumOff val="40000"/>
            </a:schemeClr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3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Liberation Sans Regular" charset="0"/>
              <a:ea typeface="PingFang SC Regular" charset="0"/>
              <a:cs typeface="PingFang SC Regular" charset="0"/>
              <a:sym typeface="Liberation Sans Regular" charset="0"/>
            </a:endParaRPr>
          </a:p>
        </p:txBody>
      </p:sp>
      <p:sp>
        <p:nvSpPr>
          <p:cNvPr id="25" name="Flussdiagramm: Prozess 24">
            <a:extLst>
              <a:ext uri="{FF2B5EF4-FFF2-40B4-BE49-F238E27FC236}">
                <a16:creationId xmlns:a16="http://schemas.microsoft.com/office/drawing/2014/main" id="{804D3814-E040-B897-7694-2156EFF48A38}"/>
              </a:ext>
            </a:extLst>
          </p:cNvPr>
          <p:cNvSpPr/>
          <p:nvPr/>
        </p:nvSpPr>
        <p:spPr bwMode="auto">
          <a:xfrm>
            <a:off x="19633550" y="9255558"/>
            <a:ext cx="1454828" cy="2669742"/>
          </a:xfrm>
          <a:prstGeom prst="flowChartProcess">
            <a:avLst/>
          </a:prstGeom>
          <a:solidFill>
            <a:srgbClr val="48599F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3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Liberation Sans Regular" charset="0"/>
              <a:ea typeface="PingFang SC Regular" charset="0"/>
              <a:cs typeface="PingFang SC Regular" charset="0"/>
              <a:sym typeface="Liberation Sans Regular" charset="0"/>
            </a:endParaRPr>
          </a:p>
        </p:txBody>
      </p:sp>
      <p:sp>
        <p:nvSpPr>
          <p:cNvPr id="28" name="Ellipse 27">
            <a:extLst>
              <a:ext uri="{FF2B5EF4-FFF2-40B4-BE49-F238E27FC236}">
                <a16:creationId xmlns:a16="http://schemas.microsoft.com/office/drawing/2014/main" id="{DD2D95E9-58E7-57F9-7A8A-F905408EFFBA}"/>
              </a:ext>
            </a:extLst>
          </p:cNvPr>
          <p:cNvSpPr/>
          <p:nvPr/>
        </p:nvSpPr>
        <p:spPr bwMode="auto">
          <a:xfrm>
            <a:off x="20553919" y="4083899"/>
            <a:ext cx="238026" cy="236312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3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Liberation Sans Regular" charset="0"/>
              <a:ea typeface="PingFang SC Regular" charset="0"/>
              <a:cs typeface="PingFang SC Regular" charset="0"/>
              <a:sym typeface="Liberation Sans Regular" charset="0"/>
            </a:endParaRPr>
          </a:p>
        </p:txBody>
      </p:sp>
      <p:sp>
        <p:nvSpPr>
          <p:cNvPr id="29" name="Ellipse 28">
            <a:extLst>
              <a:ext uri="{FF2B5EF4-FFF2-40B4-BE49-F238E27FC236}">
                <a16:creationId xmlns:a16="http://schemas.microsoft.com/office/drawing/2014/main" id="{E8AF7208-F3F3-2FE9-B805-4CEA95D254B9}"/>
              </a:ext>
            </a:extLst>
          </p:cNvPr>
          <p:cNvSpPr/>
          <p:nvPr/>
        </p:nvSpPr>
        <p:spPr bwMode="auto">
          <a:xfrm>
            <a:off x="19879061" y="4394746"/>
            <a:ext cx="238026" cy="236312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3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Liberation Sans Regular" charset="0"/>
              <a:ea typeface="PingFang SC Regular" charset="0"/>
              <a:cs typeface="PingFang SC Regular" charset="0"/>
              <a:sym typeface="Liberation Sans Regular" charset="0"/>
            </a:endParaRPr>
          </a:p>
        </p:txBody>
      </p:sp>
      <p:sp>
        <p:nvSpPr>
          <p:cNvPr id="30" name="Ellipse 29">
            <a:extLst>
              <a:ext uri="{FF2B5EF4-FFF2-40B4-BE49-F238E27FC236}">
                <a16:creationId xmlns:a16="http://schemas.microsoft.com/office/drawing/2014/main" id="{AEECBEEF-F6C9-4DD4-4AF5-2B6950C5A0D3}"/>
              </a:ext>
            </a:extLst>
          </p:cNvPr>
          <p:cNvSpPr/>
          <p:nvPr/>
        </p:nvSpPr>
        <p:spPr bwMode="auto">
          <a:xfrm>
            <a:off x="20641864" y="5040239"/>
            <a:ext cx="238026" cy="236312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3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Liberation Sans Regular" charset="0"/>
              <a:ea typeface="PingFang SC Regular" charset="0"/>
              <a:cs typeface="PingFang SC Regular" charset="0"/>
              <a:sym typeface="Liberation Sans Regular" charset="0"/>
            </a:endParaRPr>
          </a:p>
        </p:txBody>
      </p:sp>
      <p:sp>
        <p:nvSpPr>
          <p:cNvPr id="31" name="Ellipse 30">
            <a:extLst>
              <a:ext uri="{FF2B5EF4-FFF2-40B4-BE49-F238E27FC236}">
                <a16:creationId xmlns:a16="http://schemas.microsoft.com/office/drawing/2014/main" id="{187C3AAB-8F5D-417E-4215-08C945D9D9D3}"/>
              </a:ext>
            </a:extLst>
          </p:cNvPr>
          <p:cNvSpPr/>
          <p:nvPr/>
        </p:nvSpPr>
        <p:spPr bwMode="auto">
          <a:xfrm>
            <a:off x="20188350" y="4752046"/>
            <a:ext cx="238026" cy="236312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3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Liberation Sans Regular" charset="0"/>
              <a:ea typeface="PingFang SC Regular" charset="0"/>
              <a:cs typeface="PingFang SC Regular" charset="0"/>
              <a:sym typeface="Liberation Sans Regular" charset="0"/>
            </a:endParaRPr>
          </a:p>
        </p:txBody>
      </p:sp>
      <p:sp>
        <p:nvSpPr>
          <p:cNvPr id="32" name="Ellipse 31">
            <a:extLst>
              <a:ext uri="{FF2B5EF4-FFF2-40B4-BE49-F238E27FC236}">
                <a16:creationId xmlns:a16="http://schemas.microsoft.com/office/drawing/2014/main" id="{9C728F89-5758-E706-629D-6AB505C75CCF}"/>
              </a:ext>
            </a:extLst>
          </p:cNvPr>
          <p:cNvSpPr/>
          <p:nvPr/>
        </p:nvSpPr>
        <p:spPr bwMode="auto">
          <a:xfrm>
            <a:off x="20715211" y="4656541"/>
            <a:ext cx="238026" cy="236312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3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Liberation Sans Regular" charset="0"/>
              <a:ea typeface="PingFang SC Regular" charset="0"/>
              <a:cs typeface="PingFang SC Regular" charset="0"/>
              <a:sym typeface="Liberation Sans Regular" charset="0"/>
            </a:endParaRPr>
          </a:p>
        </p:txBody>
      </p:sp>
      <p:sp>
        <p:nvSpPr>
          <p:cNvPr id="33" name="Ellipse 32">
            <a:extLst>
              <a:ext uri="{FF2B5EF4-FFF2-40B4-BE49-F238E27FC236}">
                <a16:creationId xmlns:a16="http://schemas.microsoft.com/office/drawing/2014/main" id="{D626A0D2-1F9A-9951-A464-A175227EC615}"/>
              </a:ext>
            </a:extLst>
          </p:cNvPr>
          <p:cNvSpPr/>
          <p:nvPr/>
        </p:nvSpPr>
        <p:spPr bwMode="auto">
          <a:xfrm>
            <a:off x="20188350" y="5156585"/>
            <a:ext cx="238026" cy="236312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3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Liberation Sans Regular" charset="0"/>
              <a:ea typeface="PingFang SC Regular" charset="0"/>
              <a:cs typeface="PingFang SC Regular" charset="0"/>
              <a:sym typeface="Liberation Sans Regular" charset="0"/>
            </a:endParaRPr>
          </a:p>
        </p:txBody>
      </p:sp>
      <p:sp>
        <p:nvSpPr>
          <p:cNvPr id="34" name="Ellipse 33">
            <a:extLst>
              <a:ext uri="{FF2B5EF4-FFF2-40B4-BE49-F238E27FC236}">
                <a16:creationId xmlns:a16="http://schemas.microsoft.com/office/drawing/2014/main" id="{9B796A62-2315-0796-D730-D8919B3BFAFA}"/>
              </a:ext>
            </a:extLst>
          </p:cNvPr>
          <p:cNvSpPr/>
          <p:nvPr/>
        </p:nvSpPr>
        <p:spPr bwMode="auto">
          <a:xfrm>
            <a:off x="19806828" y="4892853"/>
            <a:ext cx="238026" cy="236312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3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Liberation Sans Regular" charset="0"/>
              <a:ea typeface="PingFang SC Regular" charset="0"/>
              <a:cs typeface="PingFang SC Regular" charset="0"/>
              <a:sym typeface="Liberation Sans Regular" charset="0"/>
            </a:endParaRPr>
          </a:p>
        </p:txBody>
      </p:sp>
      <p:sp>
        <p:nvSpPr>
          <p:cNvPr id="35" name="Ellipse 34">
            <a:extLst>
              <a:ext uri="{FF2B5EF4-FFF2-40B4-BE49-F238E27FC236}">
                <a16:creationId xmlns:a16="http://schemas.microsoft.com/office/drawing/2014/main" id="{A69CF1AC-3F0F-3BBA-DFF9-7DE4E0B61983}"/>
              </a:ext>
            </a:extLst>
          </p:cNvPr>
          <p:cNvSpPr/>
          <p:nvPr/>
        </p:nvSpPr>
        <p:spPr bwMode="auto">
          <a:xfrm>
            <a:off x="20307363" y="2415432"/>
            <a:ext cx="238026" cy="236312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3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Liberation Sans Regular" charset="0"/>
              <a:ea typeface="PingFang SC Regular" charset="0"/>
              <a:cs typeface="PingFang SC Regular" charset="0"/>
              <a:sym typeface="Liberation Sans Regular" charset="0"/>
            </a:endParaRPr>
          </a:p>
        </p:txBody>
      </p:sp>
      <p:sp>
        <p:nvSpPr>
          <p:cNvPr id="36" name="Ellipse 35">
            <a:extLst>
              <a:ext uri="{FF2B5EF4-FFF2-40B4-BE49-F238E27FC236}">
                <a16:creationId xmlns:a16="http://schemas.microsoft.com/office/drawing/2014/main" id="{8774127C-C63E-83E1-8EDF-E228D58505D7}"/>
              </a:ext>
            </a:extLst>
          </p:cNvPr>
          <p:cNvSpPr/>
          <p:nvPr/>
        </p:nvSpPr>
        <p:spPr bwMode="auto">
          <a:xfrm>
            <a:off x="19879520" y="3041480"/>
            <a:ext cx="238026" cy="236312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3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Liberation Sans Regular" charset="0"/>
              <a:ea typeface="PingFang SC Regular" charset="0"/>
              <a:cs typeface="PingFang SC Regular" charset="0"/>
              <a:sym typeface="Liberation Sans Regular" charset="0"/>
            </a:endParaRPr>
          </a:p>
        </p:txBody>
      </p:sp>
      <p:sp>
        <p:nvSpPr>
          <p:cNvPr id="37" name="Ellipse 36">
            <a:extLst>
              <a:ext uri="{FF2B5EF4-FFF2-40B4-BE49-F238E27FC236}">
                <a16:creationId xmlns:a16="http://schemas.microsoft.com/office/drawing/2014/main" id="{07622CA8-1829-5CD9-0A59-81989418671F}"/>
              </a:ext>
            </a:extLst>
          </p:cNvPr>
          <p:cNvSpPr/>
          <p:nvPr/>
        </p:nvSpPr>
        <p:spPr bwMode="auto">
          <a:xfrm>
            <a:off x="20569288" y="3303934"/>
            <a:ext cx="238026" cy="236312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3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Liberation Sans Regular" charset="0"/>
              <a:ea typeface="PingFang SC Regular" charset="0"/>
              <a:cs typeface="PingFang SC Regular" charset="0"/>
              <a:sym typeface="Liberation Sans Regular" charset="0"/>
            </a:endParaRPr>
          </a:p>
        </p:txBody>
      </p:sp>
      <p:sp>
        <p:nvSpPr>
          <p:cNvPr id="38" name="Ellipse 37">
            <a:extLst>
              <a:ext uri="{FF2B5EF4-FFF2-40B4-BE49-F238E27FC236}">
                <a16:creationId xmlns:a16="http://schemas.microsoft.com/office/drawing/2014/main" id="{547D6DC3-F691-C9F0-7CB4-26DA571AA154}"/>
              </a:ext>
            </a:extLst>
          </p:cNvPr>
          <p:cNvSpPr/>
          <p:nvPr/>
        </p:nvSpPr>
        <p:spPr bwMode="auto">
          <a:xfrm>
            <a:off x="20129938" y="3720391"/>
            <a:ext cx="238026" cy="236312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3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Liberation Sans Regular" charset="0"/>
              <a:ea typeface="PingFang SC Regular" charset="0"/>
              <a:cs typeface="PingFang SC Regular" charset="0"/>
              <a:sym typeface="Liberation Sans Regular" charset="0"/>
            </a:endParaRPr>
          </a:p>
        </p:txBody>
      </p:sp>
      <p:sp>
        <p:nvSpPr>
          <p:cNvPr id="39" name="Textfeld 38">
            <a:extLst>
              <a:ext uri="{FF2B5EF4-FFF2-40B4-BE49-F238E27FC236}">
                <a16:creationId xmlns:a16="http://schemas.microsoft.com/office/drawing/2014/main" id="{A919BB3F-6284-B50E-FA77-80F095484124}"/>
              </a:ext>
            </a:extLst>
          </p:cNvPr>
          <p:cNvSpPr txBox="1"/>
          <p:nvPr/>
        </p:nvSpPr>
        <p:spPr>
          <a:xfrm>
            <a:off x="17986990" y="2041644"/>
            <a:ext cx="1646605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100km</a:t>
            </a:r>
          </a:p>
        </p:txBody>
      </p:sp>
      <p:sp>
        <p:nvSpPr>
          <p:cNvPr id="40" name="Textfeld 39">
            <a:extLst>
              <a:ext uri="{FF2B5EF4-FFF2-40B4-BE49-F238E27FC236}">
                <a16:creationId xmlns:a16="http://schemas.microsoft.com/office/drawing/2014/main" id="{35C4EE32-9433-2DEA-3DA0-EC7592812183}"/>
              </a:ext>
            </a:extLst>
          </p:cNvPr>
          <p:cNvSpPr txBox="1"/>
          <p:nvPr/>
        </p:nvSpPr>
        <p:spPr>
          <a:xfrm>
            <a:off x="18315048" y="11382582"/>
            <a:ext cx="1104790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0km</a:t>
            </a:r>
          </a:p>
        </p:txBody>
      </p:sp>
      <p:sp>
        <p:nvSpPr>
          <p:cNvPr id="41" name="Textfeld 40">
            <a:extLst>
              <a:ext uri="{FF2B5EF4-FFF2-40B4-BE49-F238E27FC236}">
                <a16:creationId xmlns:a16="http://schemas.microsoft.com/office/drawing/2014/main" id="{86A74D5E-AB85-DA13-5CF6-B002A2A5E192}"/>
              </a:ext>
            </a:extLst>
          </p:cNvPr>
          <p:cNvSpPr txBox="1"/>
          <p:nvPr/>
        </p:nvSpPr>
        <p:spPr>
          <a:xfrm>
            <a:off x="17853279" y="6541993"/>
            <a:ext cx="1810111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Density</a:t>
            </a:r>
          </a:p>
        </p:txBody>
      </p:sp>
      <p:cxnSp>
        <p:nvCxnSpPr>
          <p:cNvPr id="43" name="Gerade Verbindung mit Pfeil 42">
            <a:extLst>
              <a:ext uri="{FF2B5EF4-FFF2-40B4-BE49-F238E27FC236}">
                <a16:creationId xmlns:a16="http://schemas.microsoft.com/office/drawing/2014/main" id="{CF1E852E-7FB7-AD2A-B0DC-0AE9FC997F4F}"/>
              </a:ext>
            </a:extLst>
          </p:cNvPr>
          <p:cNvCxnSpPr>
            <a:cxnSpLocks/>
          </p:cNvCxnSpPr>
          <p:nvPr/>
        </p:nvCxnSpPr>
        <p:spPr bwMode="auto">
          <a:xfrm>
            <a:off x="18827239" y="2843588"/>
            <a:ext cx="0" cy="3698405"/>
          </a:xfrm>
          <a:prstGeom prst="straightConnector1">
            <a:avLst/>
          </a:prstGeom>
          <a:solidFill>
            <a:schemeClr val="accent1"/>
          </a:solidFill>
          <a:ln w="57150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44" name="Gerade Verbindung mit Pfeil 43">
            <a:extLst>
              <a:ext uri="{FF2B5EF4-FFF2-40B4-BE49-F238E27FC236}">
                <a16:creationId xmlns:a16="http://schemas.microsoft.com/office/drawing/2014/main" id="{B2D3C783-961B-367B-D1FA-8754B48DB385}"/>
              </a:ext>
            </a:extLst>
          </p:cNvPr>
          <p:cNvCxnSpPr/>
          <p:nvPr/>
        </p:nvCxnSpPr>
        <p:spPr bwMode="auto">
          <a:xfrm>
            <a:off x="18827239" y="7343937"/>
            <a:ext cx="0" cy="3823241"/>
          </a:xfrm>
          <a:prstGeom prst="straightConnector1">
            <a:avLst/>
          </a:prstGeom>
          <a:solidFill>
            <a:schemeClr val="accent1"/>
          </a:solidFill>
          <a:ln w="57150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383358079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704" fill="hold"/>
                                        <p:tgtEl>
                                          <p:spTgt spid="2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1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A91AD1-76A9-CBBE-2DAB-C2D97AC0A1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F57B133-52ED-2971-27F6-AD5F9207BC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de-DE" dirty="0"/>
              <a:t>Energy models</a:t>
            </a:r>
          </a:p>
        </p:txBody>
      </p:sp>
      <p:pic>
        <p:nvPicPr>
          <p:cNvPr id="12" name="Inhaltsplatzhalter 11" descr="Ein Bild, das Text, Screenshot, Schrift, Zahl enthält.&#10;&#10;KI-generierte Inhalte können fehlerhaft sein.">
            <a:extLst>
              <a:ext uri="{FF2B5EF4-FFF2-40B4-BE49-F238E27FC236}">
                <a16:creationId xmlns:a16="http://schemas.microsoft.com/office/drawing/2014/main" id="{F7938977-2181-BEC9-D30B-80621B7FCE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2386" y="1931129"/>
            <a:ext cx="8772525" cy="4953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3" name="Ellipse 12">
            <a:extLst>
              <a:ext uri="{FF2B5EF4-FFF2-40B4-BE49-F238E27FC236}">
                <a16:creationId xmlns:a16="http://schemas.microsoft.com/office/drawing/2014/main" id="{C3431D65-4F2B-1488-B176-E6D50588E95D}"/>
              </a:ext>
            </a:extLst>
          </p:cNvPr>
          <p:cNvSpPr/>
          <p:nvPr/>
        </p:nvSpPr>
        <p:spPr bwMode="auto">
          <a:xfrm>
            <a:off x="9568674" y="3993311"/>
            <a:ext cx="692150" cy="609600"/>
          </a:xfrm>
          <a:prstGeom prst="ellipse">
            <a:avLst/>
          </a:prstGeom>
          <a:solidFill>
            <a:srgbClr val="009AC6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3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Liberation Sans Regular" charset="0"/>
              <a:ea typeface="PingFang SC Regular" charset="0"/>
              <a:cs typeface="PingFang SC Regular" charset="0"/>
              <a:sym typeface="Liberation Sans Regular" charset="0"/>
            </a:endParaRPr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7DF65152-22A7-AD93-37E1-5D66FF6E4B20}"/>
              </a:ext>
            </a:extLst>
          </p:cNvPr>
          <p:cNvSpPr/>
          <p:nvPr/>
        </p:nvSpPr>
        <p:spPr bwMode="auto">
          <a:xfrm>
            <a:off x="10628940" y="4327503"/>
            <a:ext cx="692150" cy="609600"/>
          </a:xfrm>
          <a:prstGeom prst="ellipse">
            <a:avLst/>
          </a:prstGeom>
          <a:solidFill>
            <a:srgbClr val="009AC6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3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Liberation Sans Regular" charset="0"/>
              <a:ea typeface="PingFang SC Regular" charset="0"/>
              <a:cs typeface="PingFang SC Regular" charset="0"/>
              <a:sym typeface="Liberation Sans Regular" charset="0"/>
            </a:endParaRPr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10A5E0F8-0C0B-B526-968D-18AEE545CFC7}"/>
              </a:ext>
            </a:extLst>
          </p:cNvPr>
          <p:cNvSpPr/>
          <p:nvPr/>
        </p:nvSpPr>
        <p:spPr bwMode="auto">
          <a:xfrm>
            <a:off x="11623475" y="3261091"/>
            <a:ext cx="692150" cy="609600"/>
          </a:xfrm>
          <a:prstGeom prst="ellipse">
            <a:avLst/>
          </a:prstGeom>
          <a:solidFill>
            <a:srgbClr val="009AC6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3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Liberation Sans Regular" charset="0"/>
              <a:ea typeface="PingFang SC Regular" charset="0"/>
              <a:cs typeface="PingFang SC Regular" charset="0"/>
              <a:sym typeface="Liberation Sans Regular" charset="0"/>
            </a:endParaRPr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C332C13C-9B41-CCBE-B3BB-3A37F932E835}"/>
              </a:ext>
            </a:extLst>
          </p:cNvPr>
          <p:cNvSpPr/>
          <p:nvPr/>
        </p:nvSpPr>
        <p:spPr bwMode="auto">
          <a:xfrm>
            <a:off x="11802290" y="4326821"/>
            <a:ext cx="692150" cy="609600"/>
          </a:xfrm>
          <a:prstGeom prst="ellipse">
            <a:avLst/>
          </a:prstGeom>
          <a:solidFill>
            <a:srgbClr val="009AC6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3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Liberation Sans Regular" charset="0"/>
              <a:ea typeface="PingFang SC Regular" charset="0"/>
              <a:cs typeface="PingFang SC Regular" charset="0"/>
              <a:sym typeface="Liberation Sans Regular" charset="0"/>
            </a:endParaRPr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9C097C20-5159-A6B1-6D49-318547D2C888}"/>
              </a:ext>
            </a:extLst>
          </p:cNvPr>
          <p:cNvSpPr/>
          <p:nvPr/>
        </p:nvSpPr>
        <p:spPr bwMode="auto">
          <a:xfrm>
            <a:off x="10960380" y="5055321"/>
            <a:ext cx="692150" cy="609600"/>
          </a:xfrm>
          <a:prstGeom prst="ellipse">
            <a:avLst/>
          </a:prstGeom>
          <a:solidFill>
            <a:srgbClr val="009AC6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3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Liberation Sans Regular" charset="0"/>
              <a:ea typeface="PingFang SC Regular" charset="0"/>
              <a:cs typeface="PingFang SC Regular" charset="0"/>
              <a:sym typeface="Liberation Sans Regular" charset="0"/>
            </a:endParaRPr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E391DF17-7698-E9B9-3AA3-32F3FAF6D16B}"/>
              </a:ext>
            </a:extLst>
          </p:cNvPr>
          <p:cNvSpPr/>
          <p:nvPr/>
        </p:nvSpPr>
        <p:spPr bwMode="auto">
          <a:xfrm>
            <a:off x="11832768" y="5702152"/>
            <a:ext cx="692150" cy="609600"/>
          </a:xfrm>
          <a:prstGeom prst="ellipse">
            <a:avLst/>
          </a:prstGeom>
          <a:solidFill>
            <a:srgbClr val="009AC6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3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Liberation Sans Regular" charset="0"/>
              <a:ea typeface="PingFang SC Regular" charset="0"/>
              <a:cs typeface="PingFang SC Regular" charset="0"/>
              <a:sym typeface="Liberation Sans Regular" charset="0"/>
            </a:endParaRP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6B599D15-7FF0-7EE9-62A6-5CC3B46829D8}"/>
              </a:ext>
            </a:extLst>
          </p:cNvPr>
          <p:cNvSpPr txBox="1"/>
          <p:nvPr/>
        </p:nvSpPr>
        <p:spPr>
          <a:xfrm>
            <a:off x="11700886" y="3226553"/>
            <a:ext cx="537327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N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D31D276E-F9E4-8901-0714-5BAB08873F37}"/>
              </a:ext>
            </a:extLst>
          </p:cNvPr>
          <p:cNvSpPr txBox="1"/>
          <p:nvPr/>
        </p:nvSpPr>
        <p:spPr>
          <a:xfrm>
            <a:off x="11909824" y="4269671"/>
            <a:ext cx="537327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N</a:t>
            </a: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F5215FB6-F762-7AD6-5520-88C822BED535}"/>
              </a:ext>
            </a:extLst>
          </p:cNvPr>
          <p:cNvSpPr txBox="1"/>
          <p:nvPr/>
        </p:nvSpPr>
        <p:spPr>
          <a:xfrm>
            <a:off x="9638892" y="3959557"/>
            <a:ext cx="537327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N</a:t>
            </a: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8F374B38-28E4-8306-679F-3B5013F6F482}"/>
              </a:ext>
            </a:extLst>
          </p:cNvPr>
          <p:cNvSpPr txBox="1"/>
          <p:nvPr/>
        </p:nvSpPr>
        <p:spPr>
          <a:xfrm>
            <a:off x="10727548" y="4300991"/>
            <a:ext cx="537327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N</a:t>
            </a: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0D1EC3E8-1A15-564C-3657-896E90BCF41B}"/>
              </a:ext>
            </a:extLst>
          </p:cNvPr>
          <p:cNvSpPr txBox="1"/>
          <p:nvPr/>
        </p:nvSpPr>
        <p:spPr>
          <a:xfrm>
            <a:off x="11037791" y="5016464"/>
            <a:ext cx="537327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N</a:t>
            </a: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BA5C65E6-1AF4-E985-A6CB-C9F355091D22}"/>
              </a:ext>
            </a:extLst>
          </p:cNvPr>
          <p:cNvSpPr txBox="1"/>
          <p:nvPr/>
        </p:nvSpPr>
        <p:spPr>
          <a:xfrm>
            <a:off x="11928325" y="5655456"/>
            <a:ext cx="537327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N</a:t>
            </a:r>
          </a:p>
        </p:txBody>
      </p:sp>
      <p:grpSp>
        <p:nvGrpSpPr>
          <p:cNvPr id="29" name="Gruppieren 28">
            <a:extLst>
              <a:ext uri="{FF2B5EF4-FFF2-40B4-BE49-F238E27FC236}">
                <a16:creationId xmlns:a16="http://schemas.microsoft.com/office/drawing/2014/main" id="{426A0777-7089-6CC4-1444-5963990FD2A4}"/>
              </a:ext>
            </a:extLst>
          </p:cNvPr>
          <p:cNvGrpSpPr/>
          <p:nvPr/>
        </p:nvGrpSpPr>
        <p:grpSpPr>
          <a:xfrm>
            <a:off x="11838372" y="3729602"/>
            <a:ext cx="443717" cy="681157"/>
            <a:chOff x="15196333" y="4462343"/>
            <a:chExt cx="443717" cy="681157"/>
          </a:xfrm>
        </p:grpSpPr>
        <p:cxnSp>
          <p:nvCxnSpPr>
            <p:cNvPr id="26" name="Gerader Verbinder 25">
              <a:extLst>
                <a:ext uri="{FF2B5EF4-FFF2-40B4-BE49-F238E27FC236}">
                  <a16:creationId xmlns:a16="http://schemas.microsoft.com/office/drawing/2014/main" id="{78447596-FA15-E7A7-61D5-3FA4460F4A76}"/>
                </a:ext>
              </a:extLst>
            </p:cNvPr>
            <p:cNvCxnSpPr/>
            <p:nvPr/>
          </p:nvCxnSpPr>
          <p:spPr bwMode="auto">
            <a:xfrm>
              <a:off x="15196333" y="4495800"/>
              <a:ext cx="138917" cy="647700"/>
            </a:xfrm>
            <a:prstGeom prst="line">
              <a:avLst/>
            </a:prstGeom>
            <a:solidFill>
              <a:schemeClr val="accent1"/>
            </a:solidFill>
            <a:ln w="57150" cap="flat" cmpd="sng" algn="ctr">
              <a:solidFill>
                <a:srgbClr val="009AC6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27" name="Gerader Verbinder 26">
              <a:extLst>
                <a:ext uri="{FF2B5EF4-FFF2-40B4-BE49-F238E27FC236}">
                  <a16:creationId xmlns:a16="http://schemas.microsoft.com/office/drawing/2014/main" id="{A588D4DC-EB02-0D45-01B7-B328DA54212D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15348733" y="4481393"/>
              <a:ext cx="138917" cy="647700"/>
            </a:xfrm>
            <a:prstGeom prst="line">
              <a:avLst/>
            </a:prstGeom>
            <a:solidFill>
              <a:schemeClr val="accent1"/>
            </a:solidFill>
            <a:ln w="57150" cap="flat" cmpd="sng" algn="ctr">
              <a:solidFill>
                <a:srgbClr val="009AC6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28" name="Gerader Verbinder 27">
              <a:extLst>
                <a:ext uri="{FF2B5EF4-FFF2-40B4-BE49-F238E27FC236}">
                  <a16:creationId xmlns:a16="http://schemas.microsoft.com/office/drawing/2014/main" id="{608151A6-A471-F58A-7A13-B74585A2579A}"/>
                </a:ext>
              </a:extLst>
            </p:cNvPr>
            <p:cNvCxnSpPr/>
            <p:nvPr/>
          </p:nvCxnSpPr>
          <p:spPr bwMode="auto">
            <a:xfrm>
              <a:off x="15501133" y="4462343"/>
              <a:ext cx="138917" cy="647700"/>
            </a:xfrm>
            <a:prstGeom prst="line">
              <a:avLst/>
            </a:prstGeom>
            <a:solidFill>
              <a:schemeClr val="accent1"/>
            </a:solidFill>
            <a:ln w="57150" cap="flat" cmpd="sng" algn="ctr">
              <a:solidFill>
                <a:srgbClr val="009AC6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</p:grpSp>
      <p:grpSp>
        <p:nvGrpSpPr>
          <p:cNvPr id="30" name="Gruppieren 29">
            <a:extLst>
              <a:ext uri="{FF2B5EF4-FFF2-40B4-BE49-F238E27FC236}">
                <a16:creationId xmlns:a16="http://schemas.microsoft.com/office/drawing/2014/main" id="{201C02FA-A9DB-8F75-A44C-A57893960265}"/>
              </a:ext>
            </a:extLst>
          </p:cNvPr>
          <p:cNvGrpSpPr/>
          <p:nvPr/>
        </p:nvGrpSpPr>
        <p:grpSpPr>
          <a:xfrm rot="18103699">
            <a:off x="10200244" y="4128733"/>
            <a:ext cx="443717" cy="681157"/>
            <a:chOff x="15196333" y="4462343"/>
            <a:chExt cx="443717" cy="681157"/>
          </a:xfrm>
        </p:grpSpPr>
        <p:cxnSp>
          <p:nvCxnSpPr>
            <p:cNvPr id="31" name="Gerader Verbinder 30">
              <a:extLst>
                <a:ext uri="{FF2B5EF4-FFF2-40B4-BE49-F238E27FC236}">
                  <a16:creationId xmlns:a16="http://schemas.microsoft.com/office/drawing/2014/main" id="{52E12DEA-E0BE-62CF-F353-B5039FA47BE5}"/>
                </a:ext>
              </a:extLst>
            </p:cNvPr>
            <p:cNvCxnSpPr/>
            <p:nvPr/>
          </p:nvCxnSpPr>
          <p:spPr bwMode="auto">
            <a:xfrm>
              <a:off x="15196333" y="4495800"/>
              <a:ext cx="138917" cy="647700"/>
            </a:xfrm>
            <a:prstGeom prst="line">
              <a:avLst/>
            </a:prstGeom>
            <a:solidFill>
              <a:schemeClr val="accent1"/>
            </a:solidFill>
            <a:ln w="57150" cap="flat" cmpd="sng" algn="ctr">
              <a:solidFill>
                <a:srgbClr val="009AC6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32" name="Gerader Verbinder 31">
              <a:extLst>
                <a:ext uri="{FF2B5EF4-FFF2-40B4-BE49-F238E27FC236}">
                  <a16:creationId xmlns:a16="http://schemas.microsoft.com/office/drawing/2014/main" id="{FD04CDB3-85FD-7054-B1FA-B0AE54DB60DD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15348733" y="4481393"/>
              <a:ext cx="138917" cy="647700"/>
            </a:xfrm>
            <a:prstGeom prst="line">
              <a:avLst/>
            </a:prstGeom>
            <a:solidFill>
              <a:schemeClr val="accent1"/>
            </a:solidFill>
            <a:ln w="57150" cap="flat" cmpd="sng" algn="ctr">
              <a:solidFill>
                <a:srgbClr val="009AC6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33" name="Gerader Verbinder 32">
              <a:extLst>
                <a:ext uri="{FF2B5EF4-FFF2-40B4-BE49-F238E27FC236}">
                  <a16:creationId xmlns:a16="http://schemas.microsoft.com/office/drawing/2014/main" id="{F70A6FBE-D72B-D724-B507-D9DC68B2E102}"/>
                </a:ext>
              </a:extLst>
            </p:cNvPr>
            <p:cNvCxnSpPr/>
            <p:nvPr/>
          </p:nvCxnSpPr>
          <p:spPr bwMode="auto">
            <a:xfrm>
              <a:off x="15501133" y="4462343"/>
              <a:ext cx="138917" cy="647700"/>
            </a:xfrm>
            <a:prstGeom prst="line">
              <a:avLst/>
            </a:prstGeom>
            <a:solidFill>
              <a:schemeClr val="accent1"/>
            </a:solidFill>
            <a:ln w="57150" cap="flat" cmpd="sng" algn="ctr">
              <a:solidFill>
                <a:srgbClr val="009AC6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</p:grpSp>
      <p:grpSp>
        <p:nvGrpSpPr>
          <p:cNvPr id="34" name="Gruppieren 33">
            <a:extLst>
              <a:ext uri="{FF2B5EF4-FFF2-40B4-BE49-F238E27FC236}">
                <a16:creationId xmlns:a16="http://schemas.microsoft.com/office/drawing/2014/main" id="{F613EC64-02E4-D0DB-2ACC-69BA2CBE1913}"/>
              </a:ext>
            </a:extLst>
          </p:cNvPr>
          <p:cNvGrpSpPr/>
          <p:nvPr/>
        </p:nvGrpSpPr>
        <p:grpSpPr>
          <a:xfrm rot="19387782">
            <a:off x="11525691" y="5311498"/>
            <a:ext cx="443717" cy="681157"/>
            <a:chOff x="15196333" y="4462343"/>
            <a:chExt cx="443717" cy="681157"/>
          </a:xfrm>
        </p:grpSpPr>
        <p:cxnSp>
          <p:nvCxnSpPr>
            <p:cNvPr id="35" name="Gerader Verbinder 34">
              <a:extLst>
                <a:ext uri="{FF2B5EF4-FFF2-40B4-BE49-F238E27FC236}">
                  <a16:creationId xmlns:a16="http://schemas.microsoft.com/office/drawing/2014/main" id="{DB492DEB-3A3B-0CC1-3272-A18171C89B55}"/>
                </a:ext>
              </a:extLst>
            </p:cNvPr>
            <p:cNvCxnSpPr/>
            <p:nvPr/>
          </p:nvCxnSpPr>
          <p:spPr bwMode="auto">
            <a:xfrm>
              <a:off x="15196333" y="4495800"/>
              <a:ext cx="138917" cy="647700"/>
            </a:xfrm>
            <a:prstGeom prst="line">
              <a:avLst/>
            </a:prstGeom>
            <a:solidFill>
              <a:schemeClr val="accent1"/>
            </a:solidFill>
            <a:ln w="57150" cap="flat" cmpd="sng" algn="ctr">
              <a:solidFill>
                <a:srgbClr val="009AC6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36" name="Gerader Verbinder 35">
              <a:extLst>
                <a:ext uri="{FF2B5EF4-FFF2-40B4-BE49-F238E27FC236}">
                  <a16:creationId xmlns:a16="http://schemas.microsoft.com/office/drawing/2014/main" id="{7A2FCCFB-5EA3-610B-F67F-CF958581F12E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15348733" y="4481393"/>
              <a:ext cx="138917" cy="647700"/>
            </a:xfrm>
            <a:prstGeom prst="line">
              <a:avLst/>
            </a:prstGeom>
            <a:solidFill>
              <a:schemeClr val="accent1"/>
            </a:solidFill>
            <a:ln w="57150" cap="flat" cmpd="sng" algn="ctr">
              <a:solidFill>
                <a:srgbClr val="009AC6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37" name="Gerader Verbinder 36">
              <a:extLst>
                <a:ext uri="{FF2B5EF4-FFF2-40B4-BE49-F238E27FC236}">
                  <a16:creationId xmlns:a16="http://schemas.microsoft.com/office/drawing/2014/main" id="{7564D1F1-1FD9-FD52-C6BF-1B0DC8CB28A8}"/>
                </a:ext>
              </a:extLst>
            </p:cNvPr>
            <p:cNvCxnSpPr/>
            <p:nvPr/>
          </p:nvCxnSpPr>
          <p:spPr bwMode="auto">
            <a:xfrm>
              <a:off x="15501133" y="4462343"/>
              <a:ext cx="138917" cy="647700"/>
            </a:xfrm>
            <a:prstGeom prst="line">
              <a:avLst/>
            </a:prstGeom>
            <a:solidFill>
              <a:schemeClr val="accent1"/>
            </a:solidFill>
            <a:ln w="57150" cap="flat" cmpd="sng" algn="ctr">
              <a:solidFill>
                <a:srgbClr val="009AC6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</p:grpSp>
      <p:sp>
        <p:nvSpPr>
          <p:cNvPr id="38" name="Ellipse 37">
            <a:extLst>
              <a:ext uri="{FF2B5EF4-FFF2-40B4-BE49-F238E27FC236}">
                <a16:creationId xmlns:a16="http://schemas.microsoft.com/office/drawing/2014/main" id="{7C742AF7-CDF8-C118-C1E6-FE5B3EDEDA65}"/>
              </a:ext>
            </a:extLst>
          </p:cNvPr>
          <p:cNvSpPr/>
          <p:nvPr/>
        </p:nvSpPr>
        <p:spPr bwMode="auto">
          <a:xfrm>
            <a:off x="9343741" y="2968135"/>
            <a:ext cx="4254226" cy="3558354"/>
          </a:xfrm>
          <a:prstGeom prst="ellipse">
            <a:avLst/>
          </a:prstGeom>
          <a:noFill/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3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Liberation Sans Regular" charset="0"/>
              <a:ea typeface="PingFang SC Regular" charset="0"/>
              <a:cs typeface="PingFang SC Regular" charset="0"/>
              <a:sym typeface="Liberation Sans Regular" charset="0"/>
            </a:endParaRPr>
          </a:p>
        </p:txBody>
      </p:sp>
      <p:grpSp>
        <p:nvGrpSpPr>
          <p:cNvPr id="51" name="Gruppieren 50">
            <a:extLst>
              <a:ext uri="{FF2B5EF4-FFF2-40B4-BE49-F238E27FC236}">
                <a16:creationId xmlns:a16="http://schemas.microsoft.com/office/drawing/2014/main" id="{EC87811C-27FC-7100-09CB-84B6D4C0D962}"/>
              </a:ext>
            </a:extLst>
          </p:cNvPr>
          <p:cNvGrpSpPr/>
          <p:nvPr/>
        </p:nvGrpSpPr>
        <p:grpSpPr>
          <a:xfrm>
            <a:off x="9106077" y="2072891"/>
            <a:ext cx="1314013" cy="854450"/>
            <a:chOff x="5194363" y="7068076"/>
            <a:chExt cx="1314013" cy="854450"/>
          </a:xfrm>
        </p:grpSpPr>
        <p:sp>
          <p:nvSpPr>
            <p:cNvPr id="48" name="Ellipse 47">
              <a:extLst>
                <a:ext uri="{FF2B5EF4-FFF2-40B4-BE49-F238E27FC236}">
                  <a16:creationId xmlns:a16="http://schemas.microsoft.com/office/drawing/2014/main" id="{BB38D813-C690-F4B8-0C1D-358395A9DF76}"/>
                </a:ext>
              </a:extLst>
            </p:cNvPr>
            <p:cNvSpPr/>
            <p:nvPr/>
          </p:nvSpPr>
          <p:spPr bwMode="auto">
            <a:xfrm rot="19832369">
              <a:off x="5550633" y="7068076"/>
              <a:ext cx="957743" cy="720017"/>
            </a:xfrm>
            <a:prstGeom prst="ellipse">
              <a:avLst/>
            </a:prstGeom>
            <a:noFill/>
            <a:ln w="2540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e-DE" sz="3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iberation Sans Regular" charset="0"/>
                <a:ea typeface="PingFang SC Regular" charset="0"/>
                <a:cs typeface="PingFang SC Regular" charset="0"/>
                <a:sym typeface="Liberation Sans Regular" charset="0"/>
              </a:endParaRPr>
            </a:p>
          </p:txBody>
        </p:sp>
        <p:grpSp>
          <p:nvGrpSpPr>
            <p:cNvPr id="50" name="Gruppieren 49">
              <a:extLst>
                <a:ext uri="{FF2B5EF4-FFF2-40B4-BE49-F238E27FC236}">
                  <a16:creationId xmlns:a16="http://schemas.microsoft.com/office/drawing/2014/main" id="{7710FE3E-0DD9-A53F-E4A2-DD79DB5FFCA9}"/>
                </a:ext>
              </a:extLst>
            </p:cNvPr>
            <p:cNvGrpSpPr/>
            <p:nvPr/>
          </p:nvGrpSpPr>
          <p:grpSpPr>
            <a:xfrm>
              <a:off x="5194363" y="7153480"/>
              <a:ext cx="1191951" cy="769046"/>
              <a:chOff x="5194363" y="7153480"/>
              <a:chExt cx="1191951" cy="769046"/>
            </a:xfrm>
          </p:grpSpPr>
          <p:sp>
            <p:nvSpPr>
              <p:cNvPr id="46" name="Ellipse 45">
                <a:extLst>
                  <a:ext uri="{FF2B5EF4-FFF2-40B4-BE49-F238E27FC236}">
                    <a16:creationId xmlns:a16="http://schemas.microsoft.com/office/drawing/2014/main" id="{31D4765D-3173-A6F1-65A1-254BF215245E}"/>
                  </a:ext>
                </a:extLst>
              </p:cNvPr>
              <p:cNvSpPr/>
              <p:nvPr/>
            </p:nvSpPr>
            <p:spPr bwMode="auto">
              <a:xfrm rot="19832369">
                <a:off x="5657850" y="7153480"/>
                <a:ext cx="728464" cy="536506"/>
              </a:xfrm>
              <a:prstGeom prst="ellipse">
                <a:avLst/>
              </a:prstGeom>
              <a:noFill/>
              <a:ln w="25400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de-DE" sz="38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Liberation Sans Regular" charset="0"/>
                  <a:ea typeface="PingFang SC Regular" charset="0"/>
                  <a:cs typeface="PingFang SC Regular" charset="0"/>
                  <a:sym typeface="Liberation Sans Regular" charset="0"/>
                </a:endParaRPr>
              </a:p>
            </p:txBody>
          </p:sp>
          <p:sp>
            <p:nvSpPr>
              <p:cNvPr id="47" name="Flussdiagramm: Prozess 46">
                <a:extLst>
                  <a:ext uri="{FF2B5EF4-FFF2-40B4-BE49-F238E27FC236}">
                    <a16:creationId xmlns:a16="http://schemas.microsoft.com/office/drawing/2014/main" id="{DAA65A07-0395-77B1-9E1F-1FB0EF55E349}"/>
                  </a:ext>
                </a:extLst>
              </p:cNvPr>
              <p:cNvSpPr/>
              <p:nvPr/>
            </p:nvSpPr>
            <p:spPr bwMode="auto">
              <a:xfrm rot="19476483">
                <a:off x="5194363" y="7764737"/>
                <a:ext cx="496671" cy="157789"/>
              </a:xfrm>
              <a:prstGeom prst="flowChartProcess">
                <a:avLst/>
              </a:prstGeom>
              <a:solidFill>
                <a:schemeClr val="accent1">
                  <a:lumMod val="50000"/>
                </a:schemeClr>
              </a:solidFill>
              <a:ln w="25400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de-DE" sz="38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Liberation Sans Regular" charset="0"/>
                  <a:ea typeface="PingFang SC Regular" charset="0"/>
                  <a:cs typeface="PingFang SC Regular" charset="0"/>
                  <a:sym typeface="Liberation Sans Regular" charset="0"/>
                </a:endParaRPr>
              </a:p>
            </p:txBody>
          </p:sp>
          <p:sp>
            <p:nvSpPr>
              <p:cNvPr id="49" name="Bogen 48">
                <a:extLst>
                  <a:ext uri="{FF2B5EF4-FFF2-40B4-BE49-F238E27FC236}">
                    <a16:creationId xmlns:a16="http://schemas.microsoft.com/office/drawing/2014/main" id="{D266952C-C4FD-F15A-54FF-B86BC4B54F35}"/>
                  </a:ext>
                </a:extLst>
              </p:cNvPr>
              <p:cNvSpPr/>
              <p:nvPr/>
            </p:nvSpPr>
            <p:spPr bwMode="auto">
              <a:xfrm rot="2268517" flipH="1">
                <a:off x="5797411" y="7158435"/>
                <a:ext cx="448381" cy="612003"/>
              </a:xfrm>
              <a:prstGeom prst="arc">
                <a:avLst>
                  <a:gd name="adj1" fmla="val 16200000"/>
                  <a:gd name="adj2" fmla="val 20743103"/>
                </a:avLst>
              </a:prstGeom>
              <a:noFill/>
              <a:ln w="25400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de-DE" sz="38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Liberation Sans Regular" charset="0"/>
                  <a:ea typeface="PingFang SC Regular" charset="0"/>
                  <a:cs typeface="PingFang SC Regular" charset="0"/>
                  <a:sym typeface="Liberation Sans Regular" charset="0"/>
                </a:endParaRPr>
              </a:p>
            </p:txBody>
          </p:sp>
        </p:grpSp>
      </p:grpSp>
      <p:sp>
        <p:nvSpPr>
          <p:cNvPr id="56" name="Ellipse 55">
            <a:extLst>
              <a:ext uri="{FF2B5EF4-FFF2-40B4-BE49-F238E27FC236}">
                <a16:creationId xmlns:a16="http://schemas.microsoft.com/office/drawing/2014/main" id="{45F82662-2ACA-0814-DC0A-2586DDE27FF6}"/>
              </a:ext>
            </a:extLst>
          </p:cNvPr>
          <p:cNvSpPr/>
          <p:nvPr/>
        </p:nvSpPr>
        <p:spPr bwMode="auto">
          <a:xfrm>
            <a:off x="14549566" y="2122146"/>
            <a:ext cx="692150" cy="609600"/>
          </a:xfrm>
          <a:prstGeom prst="ellipse">
            <a:avLst/>
          </a:prstGeom>
          <a:solidFill>
            <a:srgbClr val="009AC6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3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Liberation Sans Regular" charset="0"/>
              <a:ea typeface="PingFang SC Regular" charset="0"/>
              <a:cs typeface="PingFang SC Regular" charset="0"/>
              <a:sym typeface="Liberation Sans Regular" charset="0"/>
            </a:endParaRPr>
          </a:p>
        </p:txBody>
      </p:sp>
      <p:sp>
        <p:nvSpPr>
          <p:cNvPr id="57" name="Ellipse 56">
            <a:extLst>
              <a:ext uri="{FF2B5EF4-FFF2-40B4-BE49-F238E27FC236}">
                <a16:creationId xmlns:a16="http://schemas.microsoft.com/office/drawing/2014/main" id="{52929F5D-4804-3935-FC09-7D7657F16C8D}"/>
              </a:ext>
            </a:extLst>
          </p:cNvPr>
          <p:cNvSpPr/>
          <p:nvPr/>
        </p:nvSpPr>
        <p:spPr bwMode="auto">
          <a:xfrm>
            <a:off x="14728381" y="3187876"/>
            <a:ext cx="692150" cy="609600"/>
          </a:xfrm>
          <a:prstGeom prst="ellipse">
            <a:avLst/>
          </a:prstGeom>
          <a:solidFill>
            <a:srgbClr val="009AC6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3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Liberation Sans Regular" charset="0"/>
              <a:ea typeface="PingFang SC Regular" charset="0"/>
              <a:cs typeface="PingFang SC Regular" charset="0"/>
              <a:sym typeface="Liberation Sans Regular" charset="0"/>
            </a:endParaRPr>
          </a:p>
        </p:txBody>
      </p:sp>
      <p:sp>
        <p:nvSpPr>
          <p:cNvPr id="58" name="Textfeld 57">
            <a:extLst>
              <a:ext uri="{FF2B5EF4-FFF2-40B4-BE49-F238E27FC236}">
                <a16:creationId xmlns:a16="http://schemas.microsoft.com/office/drawing/2014/main" id="{1B711BE1-F71C-2346-D207-2DDFD04D9B65}"/>
              </a:ext>
            </a:extLst>
          </p:cNvPr>
          <p:cNvSpPr txBox="1"/>
          <p:nvPr/>
        </p:nvSpPr>
        <p:spPr>
          <a:xfrm>
            <a:off x="14626977" y="2087608"/>
            <a:ext cx="537327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N</a:t>
            </a:r>
          </a:p>
        </p:txBody>
      </p:sp>
      <p:sp>
        <p:nvSpPr>
          <p:cNvPr id="59" name="Textfeld 58">
            <a:extLst>
              <a:ext uri="{FF2B5EF4-FFF2-40B4-BE49-F238E27FC236}">
                <a16:creationId xmlns:a16="http://schemas.microsoft.com/office/drawing/2014/main" id="{29EB7774-3F1E-E114-7C48-274E22D10D85}"/>
              </a:ext>
            </a:extLst>
          </p:cNvPr>
          <p:cNvSpPr txBox="1"/>
          <p:nvPr/>
        </p:nvSpPr>
        <p:spPr>
          <a:xfrm>
            <a:off x="14835915" y="3130726"/>
            <a:ext cx="537327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N</a:t>
            </a:r>
          </a:p>
        </p:txBody>
      </p:sp>
      <p:grpSp>
        <p:nvGrpSpPr>
          <p:cNvPr id="60" name="Gruppieren 59">
            <a:extLst>
              <a:ext uri="{FF2B5EF4-FFF2-40B4-BE49-F238E27FC236}">
                <a16:creationId xmlns:a16="http://schemas.microsoft.com/office/drawing/2014/main" id="{D62CA5C7-8137-BB98-5FF8-3A2EC8BAA463}"/>
              </a:ext>
            </a:extLst>
          </p:cNvPr>
          <p:cNvGrpSpPr/>
          <p:nvPr/>
        </p:nvGrpSpPr>
        <p:grpSpPr>
          <a:xfrm>
            <a:off x="14764463" y="2590657"/>
            <a:ext cx="443717" cy="681157"/>
            <a:chOff x="15196333" y="4462343"/>
            <a:chExt cx="443717" cy="681157"/>
          </a:xfrm>
        </p:grpSpPr>
        <p:cxnSp>
          <p:nvCxnSpPr>
            <p:cNvPr id="61" name="Gerader Verbinder 60">
              <a:extLst>
                <a:ext uri="{FF2B5EF4-FFF2-40B4-BE49-F238E27FC236}">
                  <a16:creationId xmlns:a16="http://schemas.microsoft.com/office/drawing/2014/main" id="{40FC9B05-8D80-E628-BA33-84222494F654}"/>
                </a:ext>
              </a:extLst>
            </p:cNvPr>
            <p:cNvCxnSpPr/>
            <p:nvPr/>
          </p:nvCxnSpPr>
          <p:spPr bwMode="auto">
            <a:xfrm>
              <a:off x="15196333" y="4495800"/>
              <a:ext cx="138917" cy="647700"/>
            </a:xfrm>
            <a:prstGeom prst="line">
              <a:avLst/>
            </a:prstGeom>
            <a:solidFill>
              <a:schemeClr val="accent1"/>
            </a:solidFill>
            <a:ln w="57150" cap="flat" cmpd="sng" algn="ctr">
              <a:solidFill>
                <a:srgbClr val="009AC6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62" name="Gerader Verbinder 61">
              <a:extLst>
                <a:ext uri="{FF2B5EF4-FFF2-40B4-BE49-F238E27FC236}">
                  <a16:creationId xmlns:a16="http://schemas.microsoft.com/office/drawing/2014/main" id="{9B9DAFEA-145B-3FBE-CAA9-00EC596F62AB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15348733" y="4481393"/>
              <a:ext cx="138917" cy="647700"/>
            </a:xfrm>
            <a:prstGeom prst="line">
              <a:avLst/>
            </a:prstGeom>
            <a:solidFill>
              <a:schemeClr val="accent1"/>
            </a:solidFill>
            <a:ln w="57150" cap="flat" cmpd="sng" algn="ctr">
              <a:solidFill>
                <a:srgbClr val="009AC6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63" name="Gerader Verbinder 62">
              <a:extLst>
                <a:ext uri="{FF2B5EF4-FFF2-40B4-BE49-F238E27FC236}">
                  <a16:creationId xmlns:a16="http://schemas.microsoft.com/office/drawing/2014/main" id="{1961DB29-5F45-0CFF-8734-43C5DF3752E3}"/>
                </a:ext>
              </a:extLst>
            </p:cNvPr>
            <p:cNvCxnSpPr/>
            <p:nvPr/>
          </p:nvCxnSpPr>
          <p:spPr bwMode="auto">
            <a:xfrm>
              <a:off x="15501133" y="4462343"/>
              <a:ext cx="138917" cy="647700"/>
            </a:xfrm>
            <a:prstGeom prst="line">
              <a:avLst/>
            </a:prstGeom>
            <a:solidFill>
              <a:schemeClr val="accent1"/>
            </a:solidFill>
            <a:ln w="57150" cap="flat" cmpd="sng" algn="ctr">
              <a:solidFill>
                <a:srgbClr val="009AC6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</p:grpSp>
      <p:sp>
        <p:nvSpPr>
          <p:cNvPr id="64" name="Ellipse 63">
            <a:extLst>
              <a:ext uri="{FF2B5EF4-FFF2-40B4-BE49-F238E27FC236}">
                <a16:creationId xmlns:a16="http://schemas.microsoft.com/office/drawing/2014/main" id="{766A1F7A-6B66-52BA-83F6-901460BEDE77}"/>
              </a:ext>
            </a:extLst>
          </p:cNvPr>
          <p:cNvSpPr/>
          <p:nvPr/>
        </p:nvSpPr>
        <p:spPr bwMode="auto">
          <a:xfrm>
            <a:off x="14353412" y="4799767"/>
            <a:ext cx="692150" cy="609600"/>
          </a:xfrm>
          <a:prstGeom prst="ellipse">
            <a:avLst/>
          </a:prstGeom>
          <a:solidFill>
            <a:srgbClr val="B62A2D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3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Liberation Sans Regular" charset="0"/>
              <a:ea typeface="PingFang SC Regular" charset="0"/>
              <a:cs typeface="PingFang SC Regular" charset="0"/>
              <a:sym typeface="Liberation Sans Regular" charset="0"/>
            </a:endParaRPr>
          </a:p>
        </p:txBody>
      </p:sp>
      <p:sp>
        <p:nvSpPr>
          <p:cNvPr id="65" name="Ellipse 64">
            <a:extLst>
              <a:ext uri="{FF2B5EF4-FFF2-40B4-BE49-F238E27FC236}">
                <a16:creationId xmlns:a16="http://schemas.microsoft.com/office/drawing/2014/main" id="{264FA4A6-DD94-49E8-1C92-689AD79A3952}"/>
              </a:ext>
            </a:extLst>
          </p:cNvPr>
          <p:cNvSpPr/>
          <p:nvPr/>
        </p:nvSpPr>
        <p:spPr bwMode="auto">
          <a:xfrm>
            <a:off x="14532227" y="5865497"/>
            <a:ext cx="692150" cy="609600"/>
          </a:xfrm>
          <a:prstGeom prst="ellipse">
            <a:avLst/>
          </a:prstGeom>
          <a:solidFill>
            <a:srgbClr val="B62A2D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3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Liberation Sans Regular" charset="0"/>
              <a:ea typeface="PingFang SC Regular" charset="0"/>
              <a:cs typeface="PingFang SC Regular" charset="0"/>
              <a:sym typeface="Liberation Sans Regular" charset="0"/>
            </a:endParaRPr>
          </a:p>
        </p:txBody>
      </p:sp>
      <p:sp>
        <p:nvSpPr>
          <p:cNvPr id="66" name="Textfeld 65">
            <a:extLst>
              <a:ext uri="{FF2B5EF4-FFF2-40B4-BE49-F238E27FC236}">
                <a16:creationId xmlns:a16="http://schemas.microsoft.com/office/drawing/2014/main" id="{6E8B8066-D1DC-11B8-44EB-91C344EA84B8}"/>
              </a:ext>
            </a:extLst>
          </p:cNvPr>
          <p:cNvSpPr txBox="1"/>
          <p:nvPr/>
        </p:nvSpPr>
        <p:spPr>
          <a:xfrm>
            <a:off x="14430203" y="4761976"/>
            <a:ext cx="562975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O</a:t>
            </a:r>
          </a:p>
        </p:txBody>
      </p:sp>
      <p:sp>
        <p:nvSpPr>
          <p:cNvPr id="67" name="Textfeld 66">
            <a:extLst>
              <a:ext uri="{FF2B5EF4-FFF2-40B4-BE49-F238E27FC236}">
                <a16:creationId xmlns:a16="http://schemas.microsoft.com/office/drawing/2014/main" id="{E00A136C-93E5-4DBD-4AFA-30227338F326}"/>
              </a:ext>
            </a:extLst>
          </p:cNvPr>
          <p:cNvSpPr txBox="1"/>
          <p:nvPr/>
        </p:nvSpPr>
        <p:spPr>
          <a:xfrm>
            <a:off x="14609240" y="5825331"/>
            <a:ext cx="562975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O</a:t>
            </a:r>
          </a:p>
        </p:txBody>
      </p:sp>
      <p:grpSp>
        <p:nvGrpSpPr>
          <p:cNvPr id="68" name="Gruppieren 67">
            <a:extLst>
              <a:ext uri="{FF2B5EF4-FFF2-40B4-BE49-F238E27FC236}">
                <a16:creationId xmlns:a16="http://schemas.microsoft.com/office/drawing/2014/main" id="{04EBC530-80EF-FA59-CB16-E5FFF4C962F3}"/>
              </a:ext>
            </a:extLst>
          </p:cNvPr>
          <p:cNvGrpSpPr/>
          <p:nvPr/>
        </p:nvGrpSpPr>
        <p:grpSpPr>
          <a:xfrm>
            <a:off x="14568309" y="5268278"/>
            <a:ext cx="443717" cy="681157"/>
            <a:chOff x="15196333" y="4462343"/>
            <a:chExt cx="443717" cy="681157"/>
          </a:xfrm>
        </p:grpSpPr>
        <p:cxnSp>
          <p:nvCxnSpPr>
            <p:cNvPr id="69" name="Gerader Verbinder 68">
              <a:extLst>
                <a:ext uri="{FF2B5EF4-FFF2-40B4-BE49-F238E27FC236}">
                  <a16:creationId xmlns:a16="http://schemas.microsoft.com/office/drawing/2014/main" id="{46EB911E-420A-1CC8-E6DB-1EF2DEE277F5}"/>
                </a:ext>
              </a:extLst>
            </p:cNvPr>
            <p:cNvCxnSpPr/>
            <p:nvPr/>
          </p:nvCxnSpPr>
          <p:spPr bwMode="auto">
            <a:xfrm>
              <a:off x="15196333" y="4495800"/>
              <a:ext cx="138917" cy="647700"/>
            </a:xfrm>
            <a:prstGeom prst="line">
              <a:avLst/>
            </a:prstGeom>
            <a:solidFill>
              <a:schemeClr val="accent1"/>
            </a:solidFill>
            <a:ln w="57150" cap="flat" cmpd="sng" algn="ctr">
              <a:solidFill>
                <a:srgbClr val="B62A2D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71" name="Gerader Verbinder 70">
              <a:extLst>
                <a:ext uri="{FF2B5EF4-FFF2-40B4-BE49-F238E27FC236}">
                  <a16:creationId xmlns:a16="http://schemas.microsoft.com/office/drawing/2014/main" id="{893DF97D-2878-A878-305C-1991F7521037}"/>
                </a:ext>
              </a:extLst>
            </p:cNvPr>
            <p:cNvCxnSpPr/>
            <p:nvPr/>
          </p:nvCxnSpPr>
          <p:spPr bwMode="auto">
            <a:xfrm>
              <a:off x="15501133" y="4462343"/>
              <a:ext cx="138917" cy="647700"/>
            </a:xfrm>
            <a:prstGeom prst="line">
              <a:avLst/>
            </a:prstGeom>
            <a:solidFill>
              <a:schemeClr val="accent1"/>
            </a:solidFill>
            <a:ln w="57150" cap="flat" cmpd="sng" algn="ctr">
              <a:solidFill>
                <a:srgbClr val="B52A2D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</p:grpSp>
      <p:sp>
        <p:nvSpPr>
          <p:cNvPr id="73" name="Ellipse 72">
            <a:extLst>
              <a:ext uri="{FF2B5EF4-FFF2-40B4-BE49-F238E27FC236}">
                <a16:creationId xmlns:a16="http://schemas.microsoft.com/office/drawing/2014/main" id="{1761E915-8034-CDF7-BD91-422BD45C7511}"/>
              </a:ext>
            </a:extLst>
          </p:cNvPr>
          <p:cNvSpPr/>
          <p:nvPr/>
        </p:nvSpPr>
        <p:spPr bwMode="auto">
          <a:xfrm>
            <a:off x="17838250" y="5775192"/>
            <a:ext cx="692150" cy="609600"/>
          </a:xfrm>
          <a:prstGeom prst="ellipse">
            <a:avLst/>
          </a:prstGeom>
          <a:solidFill>
            <a:srgbClr val="B62A2D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3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Liberation Sans Regular" charset="0"/>
              <a:ea typeface="PingFang SC Regular" charset="0"/>
              <a:cs typeface="PingFang SC Regular" charset="0"/>
              <a:sym typeface="Liberation Sans Regular" charset="0"/>
            </a:endParaRPr>
          </a:p>
        </p:txBody>
      </p:sp>
      <p:sp>
        <p:nvSpPr>
          <p:cNvPr id="74" name="Textfeld 73">
            <a:extLst>
              <a:ext uri="{FF2B5EF4-FFF2-40B4-BE49-F238E27FC236}">
                <a16:creationId xmlns:a16="http://schemas.microsoft.com/office/drawing/2014/main" id="{CEEAEB36-1DD8-E223-1F48-86336A6F24A7}"/>
              </a:ext>
            </a:extLst>
          </p:cNvPr>
          <p:cNvSpPr txBox="1"/>
          <p:nvPr/>
        </p:nvSpPr>
        <p:spPr>
          <a:xfrm>
            <a:off x="17915263" y="5735026"/>
            <a:ext cx="562975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O</a:t>
            </a:r>
          </a:p>
        </p:txBody>
      </p:sp>
      <p:sp>
        <p:nvSpPr>
          <p:cNvPr id="75" name="Ellipse 74">
            <a:extLst>
              <a:ext uri="{FF2B5EF4-FFF2-40B4-BE49-F238E27FC236}">
                <a16:creationId xmlns:a16="http://schemas.microsoft.com/office/drawing/2014/main" id="{D8E4F61F-7C4F-FEBC-1D50-12FF52677447}"/>
              </a:ext>
            </a:extLst>
          </p:cNvPr>
          <p:cNvSpPr/>
          <p:nvPr/>
        </p:nvSpPr>
        <p:spPr bwMode="auto">
          <a:xfrm>
            <a:off x="17214637" y="2218712"/>
            <a:ext cx="692150" cy="609600"/>
          </a:xfrm>
          <a:prstGeom prst="ellipse">
            <a:avLst/>
          </a:prstGeom>
          <a:solidFill>
            <a:srgbClr val="009AC6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3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Liberation Sans Regular" charset="0"/>
              <a:ea typeface="PingFang SC Regular" charset="0"/>
              <a:cs typeface="PingFang SC Regular" charset="0"/>
              <a:sym typeface="Liberation Sans Regular" charset="0"/>
            </a:endParaRPr>
          </a:p>
        </p:txBody>
      </p:sp>
      <p:sp>
        <p:nvSpPr>
          <p:cNvPr id="76" name="Textfeld 75">
            <a:extLst>
              <a:ext uri="{FF2B5EF4-FFF2-40B4-BE49-F238E27FC236}">
                <a16:creationId xmlns:a16="http://schemas.microsoft.com/office/drawing/2014/main" id="{9E7F0477-19AB-2F15-51D5-BE111541D902}"/>
              </a:ext>
            </a:extLst>
          </p:cNvPr>
          <p:cNvSpPr txBox="1"/>
          <p:nvPr/>
        </p:nvSpPr>
        <p:spPr>
          <a:xfrm>
            <a:off x="17322171" y="2161562"/>
            <a:ext cx="537327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N</a:t>
            </a:r>
          </a:p>
        </p:txBody>
      </p:sp>
      <p:sp>
        <p:nvSpPr>
          <p:cNvPr id="77" name="Ellipse 76">
            <a:extLst>
              <a:ext uri="{FF2B5EF4-FFF2-40B4-BE49-F238E27FC236}">
                <a16:creationId xmlns:a16="http://schemas.microsoft.com/office/drawing/2014/main" id="{B3054745-F56D-191F-3F80-A9AD3027F075}"/>
              </a:ext>
            </a:extLst>
          </p:cNvPr>
          <p:cNvSpPr/>
          <p:nvPr/>
        </p:nvSpPr>
        <p:spPr bwMode="auto">
          <a:xfrm>
            <a:off x="17107103" y="3349291"/>
            <a:ext cx="692150" cy="609600"/>
          </a:xfrm>
          <a:prstGeom prst="ellipse">
            <a:avLst/>
          </a:prstGeom>
          <a:solidFill>
            <a:srgbClr val="009AC6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3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Liberation Sans Regular" charset="0"/>
              <a:ea typeface="PingFang SC Regular" charset="0"/>
              <a:cs typeface="PingFang SC Regular" charset="0"/>
              <a:sym typeface="Liberation Sans Regular" charset="0"/>
            </a:endParaRPr>
          </a:p>
        </p:txBody>
      </p:sp>
      <p:sp>
        <p:nvSpPr>
          <p:cNvPr id="78" name="Textfeld 77">
            <a:extLst>
              <a:ext uri="{FF2B5EF4-FFF2-40B4-BE49-F238E27FC236}">
                <a16:creationId xmlns:a16="http://schemas.microsoft.com/office/drawing/2014/main" id="{E184578F-AF5A-E7C6-F737-27B4C620A1E2}"/>
              </a:ext>
            </a:extLst>
          </p:cNvPr>
          <p:cNvSpPr txBox="1"/>
          <p:nvPr/>
        </p:nvSpPr>
        <p:spPr>
          <a:xfrm>
            <a:off x="17214637" y="3292141"/>
            <a:ext cx="537327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N</a:t>
            </a:r>
          </a:p>
        </p:txBody>
      </p:sp>
      <p:sp>
        <p:nvSpPr>
          <p:cNvPr id="79" name="Ellipse 78">
            <a:extLst>
              <a:ext uri="{FF2B5EF4-FFF2-40B4-BE49-F238E27FC236}">
                <a16:creationId xmlns:a16="http://schemas.microsoft.com/office/drawing/2014/main" id="{B33FFA43-73A7-9033-1F81-9C8D3027D4D2}"/>
              </a:ext>
            </a:extLst>
          </p:cNvPr>
          <p:cNvSpPr/>
          <p:nvPr/>
        </p:nvSpPr>
        <p:spPr bwMode="auto">
          <a:xfrm>
            <a:off x="16996674" y="4701260"/>
            <a:ext cx="692150" cy="609600"/>
          </a:xfrm>
          <a:prstGeom prst="ellipse">
            <a:avLst/>
          </a:prstGeom>
          <a:solidFill>
            <a:srgbClr val="B62A2D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3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Liberation Sans Regular" charset="0"/>
              <a:ea typeface="PingFang SC Regular" charset="0"/>
              <a:cs typeface="PingFang SC Regular" charset="0"/>
              <a:sym typeface="Liberation Sans Regular" charset="0"/>
            </a:endParaRPr>
          </a:p>
        </p:txBody>
      </p:sp>
      <p:sp>
        <p:nvSpPr>
          <p:cNvPr id="80" name="Textfeld 79">
            <a:extLst>
              <a:ext uri="{FF2B5EF4-FFF2-40B4-BE49-F238E27FC236}">
                <a16:creationId xmlns:a16="http://schemas.microsoft.com/office/drawing/2014/main" id="{B1B66DCB-A0CF-77ED-495C-4BF2E713CC3F}"/>
              </a:ext>
            </a:extLst>
          </p:cNvPr>
          <p:cNvSpPr txBox="1"/>
          <p:nvPr/>
        </p:nvSpPr>
        <p:spPr>
          <a:xfrm>
            <a:off x="17073687" y="4661094"/>
            <a:ext cx="562975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O</a:t>
            </a:r>
          </a:p>
        </p:txBody>
      </p:sp>
      <p:sp>
        <p:nvSpPr>
          <p:cNvPr id="81" name="Ellipse 80">
            <a:extLst>
              <a:ext uri="{FF2B5EF4-FFF2-40B4-BE49-F238E27FC236}">
                <a16:creationId xmlns:a16="http://schemas.microsoft.com/office/drawing/2014/main" id="{C938CD16-DD51-344B-1B91-0396F895491E}"/>
              </a:ext>
            </a:extLst>
          </p:cNvPr>
          <p:cNvSpPr/>
          <p:nvPr/>
        </p:nvSpPr>
        <p:spPr bwMode="auto">
          <a:xfrm>
            <a:off x="20054441" y="3918902"/>
            <a:ext cx="692150" cy="609600"/>
          </a:xfrm>
          <a:prstGeom prst="ellipse">
            <a:avLst/>
          </a:prstGeom>
          <a:solidFill>
            <a:srgbClr val="009AC6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3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Liberation Sans Regular" charset="0"/>
              <a:ea typeface="PingFang SC Regular" charset="0"/>
              <a:cs typeface="PingFang SC Regular" charset="0"/>
              <a:sym typeface="Liberation Sans Regular" charset="0"/>
            </a:endParaRPr>
          </a:p>
        </p:txBody>
      </p:sp>
      <p:sp>
        <p:nvSpPr>
          <p:cNvPr id="82" name="Textfeld 81">
            <a:extLst>
              <a:ext uri="{FF2B5EF4-FFF2-40B4-BE49-F238E27FC236}">
                <a16:creationId xmlns:a16="http://schemas.microsoft.com/office/drawing/2014/main" id="{ECFD0B99-9F38-A8EB-8C88-4C7538F68469}"/>
              </a:ext>
            </a:extLst>
          </p:cNvPr>
          <p:cNvSpPr txBox="1"/>
          <p:nvPr/>
        </p:nvSpPr>
        <p:spPr>
          <a:xfrm>
            <a:off x="20161975" y="3861752"/>
            <a:ext cx="537327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N</a:t>
            </a:r>
          </a:p>
        </p:txBody>
      </p:sp>
      <p:sp>
        <p:nvSpPr>
          <p:cNvPr id="83" name="Ellipse 82">
            <a:extLst>
              <a:ext uri="{FF2B5EF4-FFF2-40B4-BE49-F238E27FC236}">
                <a16:creationId xmlns:a16="http://schemas.microsoft.com/office/drawing/2014/main" id="{3F993210-E77B-B752-A269-6ACFBAA275F6}"/>
              </a:ext>
            </a:extLst>
          </p:cNvPr>
          <p:cNvSpPr/>
          <p:nvPr/>
        </p:nvSpPr>
        <p:spPr bwMode="auto">
          <a:xfrm>
            <a:off x="19330009" y="3076138"/>
            <a:ext cx="692150" cy="609600"/>
          </a:xfrm>
          <a:prstGeom prst="ellipse">
            <a:avLst/>
          </a:prstGeom>
          <a:solidFill>
            <a:srgbClr val="B62A2D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3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Liberation Sans Regular" charset="0"/>
              <a:ea typeface="PingFang SC Regular" charset="0"/>
              <a:cs typeface="PingFang SC Regular" charset="0"/>
              <a:sym typeface="Liberation Sans Regular" charset="0"/>
            </a:endParaRPr>
          </a:p>
        </p:txBody>
      </p:sp>
      <p:sp>
        <p:nvSpPr>
          <p:cNvPr id="84" name="Textfeld 83">
            <a:extLst>
              <a:ext uri="{FF2B5EF4-FFF2-40B4-BE49-F238E27FC236}">
                <a16:creationId xmlns:a16="http://schemas.microsoft.com/office/drawing/2014/main" id="{EFC78EC9-6737-B53A-20DD-700BDE53AB68}"/>
              </a:ext>
            </a:extLst>
          </p:cNvPr>
          <p:cNvSpPr txBox="1"/>
          <p:nvPr/>
        </p:nvSpPr>
        <p:spPr>
          <a:xfrm>
            <a:off x="19407022" y="3035972"/>
            <a:ext cx="562975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O</a:t>
            </a:r>
          </a:p>
        </p:txBody>
      </p:sp>
      <p:sp>
        <p:nvSpPr>
          <p:cNvPr id="85" name="Ellipse 84">
            <a:extLst>
              <a:ext uri="{FF2B5EF4-FFF2-40B4-BE49-F238E27FC236}">
                <a16:creationId xmlns:a16="http://schemas.microsoft.com/office/drawing/2014/main" id="{54CB90FE-0DA4-3B04-27E9-2A1E8CE02EC1}"/>
              </a:ext>
            </a:extLst>
          </p:cNvPr>
          <p:cNvSpPr/>
          <p:nvPr/>
        </p:nvSpPr>
        <p:spPr bwMode="auto">
          <a:xfrm>
            <a:off x="19960370" y="5079610"/>
            <a:ext cx="692150" cy="609600"/>
          </a:xfrm>
          <a:prstGeom prst="ellipse">
            <a:avLst/>
          </a:prstGeom>
          <a:solidFill>
            <a:srgbClr val="B62A2D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3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Liberation Sans Regular" charset="0"/>
              <a:ea typeface="PingFang SC Regular" charset="0"/>
              <a:cs typeface="PingFang SC Regular" charset="0"/>
              <a:sym typeface="Liberation Sans Regular" charset="0"/>
            </a:endParaRPr>
          </a:p>
        </p:txBody>
      </p:sp>
      <p:sp>
        <p:nvSpPr>
          <p:cNvPr id="86" name="Textfeld 85">
            <a:extLst>
              <a:ext uri="{FF2B5EF4-FFF2-40B4-BE49-F238E27FC236}">
                <a16:creationId xmlns:a16="http://schemas.microsoft.com/office/drawing/2014/main" id="{94B30A68-C7C8-9473-280D-1642401F2407}"/>
              </a:ext>
            </a:extLst>
          </p:cNvPr>
          <p:cNvSpPr txBox="1"/>
          <p:nvPr/>
        </p:nvSpPr>
        <p:spPr>
          <a:xfrm>
            <a:off x="20037383" y="5039444"/>
            <a:ext cx="562975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O</a:t>
            </a:r>
          </a:p>
        </p:txBody>
      </p:sp>
      <p:cxnSp>
        <p:nvCxnSpPr>
          <p:cNvPr id="87" name="Gerader Verbinder 86">
            <a:extLst>
              <a:ext uri="{FF2B5EF4-FFF2-40B4-BE49-F238E27FC236}">
                <a16:creationId xmlns:a16="http://schemas.microsoft.com/office/drawing/2014/main" id="{7C8E1531-FA5C-2E4A-1A36-755E65F504F4}"/>
              </a:ext>
            </a:extLst>
          </p:cNvPr>
          <p:cNvCxnSpPr>
            <a:cxnSpLocks/>
          </p:cNvCxnSpPr>
          <p:nvPr/>
        </p:nvCxnSpPr>
        <p:spPr bwMode="auto">
          <a:xfrm flipH="1">
            <a:off x="20359882" y="4522359"/>
            <a:ext cx="17380" cy="614697"/>
          </a:xfrm>
          <a:prstGeom prst="line">
            <a:avLst/>
          </a:prstGeom>
          <a:solidFill>
            <a:schemeClr val="accent1"/>
          </a:solidFill>
          <a:ln w="57150" cap="flat" cmpd="sng" algn="ctr">
            <a:solidFill>
              <a:schemeClr val="tx1">
                <a:lumMod val="95000"/>
                <a:lumOff val="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88" name="Gerader Verbinder 87">
            <a:extLst>
              <a:ext uri="{FF2B5EF4-FFF2-40B4-BE49-F238E27FC236}">
                <a16:creationId xmlns:a16="http://schemas.microsoft.com/office/drawing/2014/main" id="{C3BD6114-7A7C-B888-5995-A96AF25876DB}"/>
              </a:ext>
            </a:extLst>
          </p:cNvPr>
          <p:cNvCxnSpPr>
            <a:cxnSpLocks/>
          </p:cNvCxnSpPr>
          <p:nvPr/>
        </p:nvCxnSpPr>
        <p:spPr bwMode="auto">
          <a:xfrm>
            <a:off x="19979757" y="3463872"/>
            <a:ext cx="408480" cy="480814"/>
          </a:xfrm>
          <a:prstGeom prst="line">
            <a:avLst/>
          </a:prstGeom>
          <a:solidFill>
            <a:schemeClr val="accent1"/>
          </a:solidFill>
          <a:ln w="57150" cap="flat" cmpd="sng" algn="ctr">
            <a:solidFill>
              <a:schemeClr val="tx1">
                <a:lumMod val="95000"/>
                <a:lumOff val="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89" name="Gerader Verbinder 88">
            <a:extLst>
              <a:ext uri="{FF2B5EF4-FFF2-40B4-BE49-F238E27FC236}">
                <a16:creationId xmlns:a16="http://schemas.microsoft.com/office/drawing/2014/main" id="{4FF9E296-4523-B080-A151-322F83D3C789}"/>
              </a:ext>
            </a:extLst>
          </p:cNvPr>
          <p:cNvCxnSpPr>
            <a:cxnSpLocks/>
          </p:cNvCxnSpPr>
          <p:nvPr/>
        </p:nvCxnSpPr>
        <p:spPr bwMode="auto">
          <a:xfrm>
            <a:off x="19749534" y="3677986"/>
            <a:ext cx="363868" cy="413124"/>
          </a:xfrm>
          <a:prstGeom prst="line">
            <a:avLst/>
          </a:prstGeom>
          <a:solidFill>
            <a:schemeClr val="accent1"/>
          </a:solidFill>
          <a:ln w="57150" cap="flat" cmpd="sng" algn="ctr">
            <a:solidFill>
              <a:schemeClr val="tx1">
                <a:lumMod val="95000"/>
                <a:lumOff val="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95" name="Gerade Verbindung mit Pfeil 94">
            <a:extLst>
              <a:ext uri="{FF2B5EF4-FFF2-40B4-BE49-F238E27FC236}">
                <a16:creationId xmlns:a16="http://schemas.microsoft.com/office/drawing/2014/main" id="{3BB5892A-1A1B-62F0-72CE-353A44829FF2}"/>
              </a:ext>
            </a:extLst>
          </p:cNvPr>
          <p:cNvCxnSpPr/>
          <p:nvPr/>
        </p:nvCxnSpPr>
        <p:spPr bwMode="auto">
          <a:xfrm>
            <a:off x="15663970" y="4252573"/>
            <a:ext cx="690700" cy="0"/>
          </a:xfrm>
          <a:prstGeom prst="straightConnector1">
            <a:avLst/>
          </a:prstGeom>
          <a:solidFill>
            <a:schemeClr val="accent1"/>
          </a:solidFill>
          <a:ln w="76200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96" name="Gerade Verbindung mit Pfeil 95">
            <a:extLst>
              <a:ext uri="{FF2B5EF4-FFF2-40B4-BE49-F238E27FC236}">
                <a16:creationId xmlns:a16="http://schemas.microsoft.com/office/drawing/2014/main" id="{2944A7A1-14F4-A8E6-26F2-39D8ECB0AB01}"/>
              </a:ext>
            </a:extLst>
          </p:cNvPr>
          <p:cNvCxnSpPr/>
          <p:nvPr/>
        </p:nvCxnSpPr>
        <p:spPr bwMode="auto">
          <a:xfrm>
            <a:off x="18586866" y="4252573"/>
            <a:ext cx="690700" cy="0"/>
          </a:xfrm>
          <a:prstGeom prst="straightConnector1">
            <a:avLst/>
          </a:prstGeom>
          <a:solidFill>
            <a:schemeClr val="accent1"/>
          </a:solidFill>
          <a:ln w="76200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pic>
        <p:nvPicPr>
          <p:cNvPr id="98" name="Grafik 97">
            <a:extLst>
              <a:ext uri="{FF2B5EF4-FFF2-40B4-BE49-F238E27FC236}">
                <a16:creationId xmlns:a16="http://schemas.microsoft.com/office/drawing/2014/main" id="{A3A58652-AF0D-DDA8-42C4-E790289B80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642" y="10051323"/>
            <a:ext cx="16369486" cy="1493914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99" name="Ellipse 98">
            <a:extLst>
              <a:ext uri="{FF2B5EF4-FFF2-40B4-BE49-F238E27FC236}">
                <a16:creationId xmlns:a16="http://schemas.microsoft.com/office/drawing/2014/main" id="{29C59A24-5986-087E-ED67-3971BF6F94B7}"/>
              </a:ext>
            </a:extLst>
          </p:cNvPr>
          <p:cNvSpPr/>
          <p:nvPr/>
        </p:nvSpPr>
        <p:spPr bwMode="auto">
          <a:xfrm>
            <a:off x="4604545" y="10022450"/>
            <a:ext cx="1616509" cy="1493914"/>
          </a:xfrm>
          <a:prstGeom prst="ellipse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3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Liberation Sans Regular" charset="0"/>
              <a:ea typeface="PingFang SC Regular" charset="0"/>
              <a:cs typeface="PingFang SC Regular" charset="0"/>
              <a:sym typeface="Liberation Sans Regular" charset="0"/>
            </a:endParaRPr>
          </a:p>
        </p:txBody>
      </p:sp>
      <p:sp>
        <p:nvSpPr>
          <p:cNvPr id="100" name="Ellipse 99">
            <a:extLst>
              <a:ext uri="{FF2B5EF4-FFF2-40B4-BE49-F238E27FC236}">
                <a16:creationId xmlns:a16="http://schemas.microsoft.com/office/drawing/2014/main" id="{47A0FD9B-D980-220F-ABB4-CAC959DA3034}"/>
              </a:ext>
            </a:extLst>
          </p:cNvPr>
          <p:cNvSpPr/>
          <p:nvPr/>
        </p:nvSpPr>
        <p:spPr bwMode="auto">
          <a:xfrm>
            <a:off x="6776245" y="10022450"/>
            <a:ext cx="1616509" cy="1493914"/>
          </a:xfrm>
          <a:prstGeom prst="ellipse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3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Liberation Sans Regular" charset="0"/>
              <a:ea typeface="PingFang SC Regular" charset="0"/>
              <a:cs typeface="PingFang SC Regular" charset="0"/>
              <a:sym typeface="Liberation Sans Regular" charset="0"/>
            </a:endParaRPr>
          </a:p>
        </p:txBody>
      </p:sp>
      <p:sp>
        <p:nvSpPr>
          <p:cNvPr id="101" name="Ellipse 100">
            <a:extLst>
              <a:ext uri="{FF2B5EF4-FFF2-40B4-BE49-F238E27FC236}">
                <a16:creationId xmlns:a16="http://schemas.microsoft.com/office/drawing/2014/main" id="{62452020-B959-B517-6D21-E8448A72349C}"/>
              </a:ext>
            </a:extLst>
          </p:cNvPr>
          <p:cNvSpPr/>
          <p:nvPr/>
        </p:nvSpPr>
        <p:spPr bwMode="auto">
          <a:xfrm>
            <a:off x="8932480" y="10051323"/>
            <a:ext cx="1616509" cy="1493914"/>
          </a:xfrm>
          <a:prstGeom prst="ellipse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3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Liberation Sans Regular" charset="0"/>
              <a:ea typeface="PingFang SC Regular" charset="0"/>
              <a:cs typeface="PingFang SC Regular" charset="0"/>
              <a:sym typeface="Liberation Sans Regular" charset="0"/>
            </a:endParaRPr>
          </a:p>
        </p:txBody>
      </p:sp>
      <p:sp>
        <p:nvSpPr>
          <p:cNvPr id="102" name="Ellipse 101">
            <a:extLst>
              <a:ext uri="{FF2B5EF4-FFF2-40B4-BE49-F238E27FC236}">
                <a16:creationId xmlns:a16="http://schemas.microsoft.com/office/drawing/2014/main" id="{261DAD94-4282-1622-8FE6-487A971EB712}"/>
              </a:ext>
            </a:extLst>
          </p:cNvPr>
          <p:cNvSpPr/>
          <p:nvPr/>
        </p:nvSpPr>
        <p:spPr bwMode="auto">
          <a:xfrm>
            <a:off x="11177509" y="10030466"/>
            <a:ext cx="1616509" cy="1493914"/>
          </a:xfrm>
          <a:prstGeom prst="ellipse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3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Liberation Sans Regular" charset="0"/>
              <a:ea typeface="PingFang SC Regular" charset="0"/>
              <a:cs typeface="PingFang SC Regular" charset="0"/>
              <a:sym typeface="Liberation Sans Regular" charset="0"/>
            </a:endParaRPr>
          </a:p>
        </p:txBody>
      </p:sp>
      <p:sp>
        <p:nvSpPr>
          <p:cNvPr id="103" name="Ellipse 102">
            <a:extLst>
              <a:ext uri="{FF2B5EF4-FFF2-40B4-BE49-F238E27FC236}">
                <a16:creationId xmlns:a16="http://schemas.microsoft.com/office/drawing/2014/main" id="{5E9C28E2-0192-2FF2-5C55-E907570CF533}"/>
              </a:ext>
            </a:extLst>
          </p:cNvPr>
          <p:cNvSpPr/>
          <p:nvPr/>
        </p:nvSpPr>
        <p:spPr bwMode="auto">
          <a:xfrm>
            <a:off x="13045383" y="10022450"/>
            <a:ext cx="1616509" cy="1493914"/>
          </a:xfrm>
          <a:prstGeom prst="ellipse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3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Liberation Sans Regular" charset="0"/>
              <a:ea typeface="PingFang SC Regular" charset="0"/>
              <a:cs typeface="PingFang SC Regular" charset="0"/>
              <a:sym typeface="Liberation Sans Regular" charset="0"/>
            </a:endParaRPr>
          </a:p>
        </p:txBody>
      </p:sp>
      <p:sp>
        <p:nvSpPr>
          <p:cNvPr id="104" name="Ellipse 103">
            <a:extLst>
              <a:ext uri="{FF2B5EF4-FFF2-40B4-BE49-F238E27FC236}">
                <a16:creationId xmlns:a16="http://schemas.microsoft.com/office/drawing/2014/main" id="{3002F9F1-A4F8-82AC-7A2E-3ACE2A8016D3}"/>
              </a:ext>
            </a:extLst>
          </p:cNvPr>
          <p:cNvSpPr/>
          <p:nvPr/>
        </p:nvSpPr>
        <p:spPr bwMode="auto">
          <a:xfrm>
            <a:off x="14831858" y="10060435"/>
            <a:ext cx="1616509" cy="1493914"/>
          </a:xfrm>
          <a:prstGeom prst="ellipse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3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Liberation Sans Regular" charset="0"/>
              <a:ea typeface="PingFang SC Regular" charset="0"/>
              <a:cs typeface="PingFang SC Regular" charset="0"/>
              <a:sym typeface="Liberation Sans Regular" charset="0"/>
            </a:endParaRPr>
          </a:p>
        </p:txBody>
      </p:sp>
      <p:sp>
        <p:nvSpPr>
          <p:cNvPr id="105" name="Textfeld 104">
            <a:extLst>
              <a:ext uri="{FF2B5EF4-FFF2-40B4-BE49-F238E27FC236}">
                <a16:creationId xmlns:a16="http://schemas.microsoft.com/office/drawing/2014/main" id="{6EC171DE-E19F-E7A2-D1F5-3EEB33A7E8D5}"/>
              </a:ext>
            </a:extLst>
          </p:cNvPr>
          <p:cNvSpPr txBox="1"/>
          <p:nvPr/>
        </p:nvSpPr>
        <p:spPr>
          <a:xfrm>
            <a:off x="3630923" y="8062497"/>
            <a:ext cx="2957413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Translational</a:t>
            </a:r>
          </a:p>
        </p:txBody>
      </p:sp>
      <p:sp>
        <p:nvSpPr>
          <p:cNvPr id="106" name="Textfeld 105">
            <a:extLst>
              <a:ext uri="{FF2B5EF4-FFF2-40B4-BE49-F238E27FC236}">
                <a16:creationId xmlns:a16="http://schemas.microsoft.com/office/drawing/2014/main" id="{1C98046D-6560-B6E2-F069-A815727EA012}"/>
              </a:ext>
            </a:extLst>
          </p:cNvPr>
          <p:cNvSpPr txBox="1"/>
          <p:nvPr/>
        </p:nvSpPr>
        <p:spPr>
          <a:xfrm>
            <a:off x="6219432" y="8950207"/>
            <a:ext cx="2379177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Rotational</a:t>
            </a:r>
            <a:endParaRPr lang="de-DE" dirty="0"/>
          </a:p>
        </p:txBody>
      </p:sp>
      <p:sp>
        <p:nvSpPr>
          <p:cNvPr id="107" name="Textfeld 106">
            <a:extLst>
              <a:ext uri="{FF2B5EF4-FFF2-40B4-BE49-F238E27FC236}">
                <a16:creationId xmlns:a16="http://schemas.microsoft.com/office/drawing/2014/main" id="{77843AF7-169D-7248-8255-295BA90A18D2}"/>
              </a:ext>
            </a:extLst>
          </p:cNvPr>
          <p:cNvSpPr txBox="1"/>
          <p:nvPr/>
        </p:nvSpPr>
        <p:spPr>
          <a:xfrm>
            <a:off x="8289491" y="8095251"/>
            <a:ext cx="2479397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Vibrational</a:t>
            </a:r>
            <a:endParaRPr lang="de-DE" dirty="0"/>
          </a:p>
        </p:txBody>
      </p:sp>
      <p:sp>
        <p:nvSpPr>
          <p:cNvPr id="108" name="Textfeld 107">
            <a:extLst>
              <a:ext uri="{FF2B5EF4-FFF2-40B4-BE49-F238E27FC236}">
                <a16:creationId xmlns:a16="http://schemas.microsoft.com/office/drawing/2014/main" id="{D92A6F05-DA70-3834-0803-6600C8AD9104}"/>
              </a:ext>
            </a:extLst>
          </p:cNvPr>
          <p:cNvSpPr txBox="1"/>
          <p:nvPr/>
        </p:nvSpPr>
        <p:spPr>
          <a:xfrm>
            <a:off x="10666182" y="8948854"/>
            <a:ext cx="2324675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Electronic</a:t>
            </a:r>
          </a:p>
        </p:txBody>
      </p:sp>
      <p:sp>
        <p:nvSpPr>
          <p:cNvPr id="109" name="Textfeld 108">
            <a:extLst>
              <a:ext uri="{FF2B5EF4-FFF2-40B4-BE49-F238E27FC236}">
                <a16:creationId xmlns:a16="http://schemas.microsoft.com/office/drawing/2014/main" id="{112A1CFF-E5FF-DA4F-FD83-FD005F758C25}"/>
              </a:ext>
            </a:extLst>
          </p:cNvPr>
          <p:cNvSpPr txBox="1"/>
          <p:nvPr/>
        </p:nvSpPr>
        <p:spPr>
          <a:xfrm>
            <a:off x="12923343" y="8042288"/>
            <a:ext cx="1972015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Electron</a:t>
            </a:r>
            <a:endParaRPr lang="de-DE" dirty="0"/>
          </a:p>
        </p:txBody>
      </p:sp>
      <p:sp>
        <p:nvSpPr>
          <p:cNvPr id="110" name="Textfeld 109">
            <a:extLst>
              <a:ext uri="{FF2B5EF4-FFF2-40B4-BE49-F238E27FC236}">
                <a16:creationId xmlns:a16="http://schemas.microsoft.com/office/drawing/2014/main" id="{3C6ACBB6-44A9-C97F-3ACE-CE16A8E3DFAB}"/>
              </a:ext>
            </a:extLst>
          </p:cNvPr>
          <p:cNvSpPr txBox="1"/>
          <p:nvPr/>
        </p:nvSpPr>
        <p:spPr>
          <a:xfrm>
            <a:off x="15058430" y="8900336"/>
            <a:ext cx="3137397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Enthalpy</a:t>
            </a:r>
            <a:r>
              <a:rPr lang="de-DE" dirty="0"/>
              <a:t> Flux</a:t>
            </a:r>
          </a:p>
        </p:txBody>
      </p:sp>
      <p:sp>
        <p:nvSpPr>
          <p:cNvPr id="111" name="Textfeld 110">
            <a:extLst>
              <a:ext uri="{FF2B5EF4-FFF2-40B4-BE49-F238E27FC236}">
                <a16:creationId xmlns:a16="http://schemas.microsoft.com/office/drawing/2014/main" id="{1C8CECB1-DD52-E009-7EAC-CCF4F3ACF413}"/>
              </a:ext>
            </a:extLst>
          </p:cNvPr>
          <p:cNvSpPr txBox="1"/>
          <p:nvPr/>
        </p:nvSpPr>
        <p:spPr>
          <a:xfrm>
            <a:off x="2165418" y="8900336"/>
            <a:ext cx="1648208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Kinetic</a:t>
            </a:r>
            <a:endParaRPr lang="de-DE" dirty="0"/>
          </a:p>
        </p:txBody>
      </p:sp>
      <p:sp>
        <p:nvSpPr>
          <p:cNvPr id="112" name="Textfeld 111">
            <a:extLst>
              <a:ext uri="{FF2B5EF4-FFF2-40B4-BE49-F238E27FC236}">
                <a16:creationId xmlns:a16="http://schemas.microsoft.com/office/drawing/2014/main" id="{75758764-6B7A-039E-DE71-C9613705AE38}"/>
              </a:ext>
            </a:extLst>
          </p:cNvPr>
          <p:cNvSpPr txBox="1"/>
          <p:nvPr/>
        </p:nvSpPr>
        <p:spPr>
          <a:xfrm>
            <a:off x="17342749" y="10078335"/>
            <a:ext cx="3433953" cy="18466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i =	{</a:t>
            </a:r>
            <a:r>
              <a:rPr lang="de-DE" dirty="0" err="1"/>
              <a:t>x,y,z</a:t>
            </a:r>
            <a:r>
              <a:rPr lang="de-DE" dirty="0"/>
              <a:t>}</a:t>
            </a:r>
          </a:p>
          <a:p>
            <a:r>
              <a:rPr lang="de-DE" dirty="0"/>
              <a:t>s = 	</a:t>
            </a:r>
            <a:r>
              <a:rPr lang="de-DE" dirty="0" err="1"/>
              <a:t>number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</a:p>
          <a:p>
            <a:r>
              <a:rPr lang="de-DE" dirty="0"/>
              <a:t>	</a:t>
            </a:r>
            <a:r>
              <a:rPr lang="de-DE" dirty="0" err="1"/>
              <a:t>species</a:t>
            </a:r>
            <a:endParaRPr lang="de-DE" dirty="0"/>
          </a:p>
        </p:txBody>
      </p:sp>
      <p:sp>
        <p:nvSpPr>
          <p:cNvPr id="113" name="Ellipse 112">
            <a:extLst>
              <a:ext uri="{FF2B5EF4-FFF2-40B4-BE49-F238E27FC236}">
                <a16:creationId xmlns:a16="http://schemas.microsoft.com/office/drawing/2014/main" id="{A005F595-805E-B22E-C903-DD6365ACD765}"/>
              </a:ext>
            </a:extLst>
          </p:cNvPr>
          <p:cNvSpPr/>
          <p:nvPr/>
        </p:nvSpPr>
        <p:spPr bwMode="auto">
          <a:xfrm>
            <a:off x="2153420" y="9963351"/>
            <a:ext cx="1930449" cy="1552897"/>
          </a:xfrm>
          <a:prstGeom prst="ellipse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3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Liberation Sans Regular" charset="0"/>
              <a:ea typeface="PingFang SC Regular" charset="0"/>
              <a:cs typeface="PingFang SC Regular" charset="0"/>
              <a:sym typeface="Liberation Sans Regular" charset="0"/>
            </a:endParaRPr>
          </a:p>
        </p:txBody>
      </p:sp>
      <p:cxnSp>
        <p:nvCxnSpPr>
          <p:cNvPr id="115" name="Gerade Verbindung mit Pfeil 114">
            <a:extLst>
              <a:ext uri="{FF2B5EF4-FFF2-40B4-BE49-F238E27FC236}">
                <a16:creationId xmlns:a16="http://schemas.microsoft.com/office/drawing/2014/main" id="{3E7C6B36-F740-268A-B06D-F497A4006399}"/>
              </a:ext>
            </a:extLst>
          </p:cNvPr>
          <p:cNvCxnSpPr>
            <a:stCxn id="113" idx="0"/>
            <a:endCxn id="111" idx="2"/>
          </p:cNvCxnSpPr>
          <p:nvPr/>
        </p:nvCxnSpPr>
        <p:spPr bwMode="auto">
          <a:xfrm flipH="1" flipV="1">
            <a:off x="2989522" y="9577444"/>
            <a:ext cx="129123" cy="385907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116" name="Gerade Verbindung mit Pfeil 115">
            <a:extLst>
              <a:ext uri="{FF2B5EF4-FFF2-40B4-BE49-F238E27FC236}">
                <a16:creationId xmlns:a16="http://schemas.microsoft.com/office/drawing/2014/main" id="{3D5876E7-3ECE-50F2-0C24-5F711D0F777C}"/>
              </a:ext>
            </a:extLst>
          </p:cNvPr>
          <p:cNvCxnSpPr>
            <a:cxnSpLocks/>
            <a:stCxn id="99" idx="0"/>
            <a:endCxn id="105" idx="2"/>
          </p:cNvCxnSpPr>
          <p:nvPr/>
        </p:nvCxnSpPr>
        <p:spPr bwMode="auto">
          <a:xfrm flipH="1" flipV="1">
            <a:off x="5109630" y="8739605"/>
            <a:ext cx="303170" cy="1282845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119" name="Gerade Verbindung mit Pfeil 118">
            <a:extLst>
              <a:ext uri="{FF2B5EF4-FFF2-40B4-BE49-F238E27FC236}">
                <a16:creationId xmlns:a16="http://schemas.microsoft.com/office/drawing/2014/main" id="{83DCFA5C-7D3C-115C-0CEB-89F251A00C46}"/>
              </a:ext>
            </a:extLst>
          </p:cNvPr>
          <p:cNvCxnSpPr>
            <a:cxnSpLocks/>
            <a:stCxn id="100" idx="0"/>
            <a:endCxn id="106" idx="2"/>
          </p:cNvCxnSpPr>
          <p:nvPr/>
        </p:nvCxnSpPr>
        <p:spPr bwMode="auto">
          <a:xfrm flipH="1" flipV="1">
            <a:off x="7409021" y="9627315"/>
            <a:ext cx="175479" cy="395135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122" name="Gerade Verbindung mit Pfeil 121">
            <a:extLst>
              <a:ext uri="{FF2B5EF4-FFF2-40B4-BE49-F238E27FC236}">
                <a16:creationId xmlns:a16="http://schemas.microsoft.com/office/drawing/2014/main" id="{1A41C093-3239-27DD-138A-25EF3906617C}"/>
              </a:ext>
            </a:extLst>
          </p:cNvPr>
          <p:cNvCxnSpPr>
            <a:cxnSpLocks/>
            <a:stCxn id="101" idx="0"/>
            <a:endCxn id="107" idx="2"/>
          </p:cNvCxnSpPr>
          <p:nvPr/>
        </p:nvCxnSpPr>
        <p:spPr bwMode="auto">
          <a:xfrm flipH="1" flipV="1">
            <a:off x="9529190" y="8772359"/>
            <a:ext cx="211545" cy="1278964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125" name="Gerade Verbindung mit Pfeil 124">
            <a:extLst>
              <a:ext uri="{FF2B5EF4-FFF2-40B4-BE49-F238E27FC236}">
                <a16:creationId xmlns:a16="http://schemas.microsoft.com/office/drawing/2014/main" id="{CBD74FFE-768F-482B-6105-C499884CC291}"/>
              </a:ext>
            </a:extLst>
          </p:cNvPr>
          <p:cNvCxnSpPr>
            <a:cxnSpLocks/>
            <a:stCxn id="102" idx="0"/>
            <a:endCxn id="108" idx="2"/>
          </p:cNvCxnSpPr>
          <p:nvPr/>
        </p:nvCxnSpPr>
        <p:spPr bwMode="auto">
          <a:xfrm flipH="1" flipV="1">
            <a:off x="11828520" y="9625962"/>
            <a:ext cx="157244" cy="404504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128" name="Gerade Verbindung mit Pfeil 127">
            <a:extLst>
              <a:ext uri="{FF2B5EF4-FFF2-40B4-BE49-F238E27FC236}">
                <a16:creationId xmlns:a16="http://schemas.microsoft.com/office/drawing/2014/main" id="{E2AB9325-A8D6-C595-1396-34FF726B37B7}"/>
              </a:ext>
            </a:extLst>
          </p:cNvPr>
          <p:cNvCxnSpPr>
            <a:cxnSpLocks/>
            <a:endCxn id="109" idx="2"/>
          </p:cNvCxnSpPr>
          <p:nvPr/>
        </p:nvCxnSpPr>
        <p:spPr bwMode="auto">
          <a:xfrm flipV="1">
            <a:off x="13597429" y="8719396"/>
            <a:ext cx="311922" cy="1339943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131" name="Gerade Verbindung mit Pfeil 130">
            <a:extLst>
              <a:ext uri="{FF2B5EF4-FFF2-40B4-BE49-F238E27FC236}">
                <a16:creationId xmlns:a16="http://schemas.microsoft.com/office/drawing/2014/main" id="{D0E15063-2243-DF56-12D4-C5126BE53263}"/>
              </a:ext>
            </a:extLst>
          </p:cNvPr>
          <p:cNvCxnSpPr>
            <a:cxnSpLocks/>
            <a:stCxn id="104" idx="0"/>
            <a:endCxn id="110" idx="2"/>
          </p:cNvCxnSpPr>
          <p:nvPr/>
        </p:nvCxnSpPr>
        <p:spPr bwMode="auto">
          <a:xfrm flipV="1">
            <a:off x="15640113" y="9577444"/>
            <a:ext cx="987016" cy="482991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574546778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FC321D-8356-BB82-5071-B39C47DEED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4CEB5D1-F43A-CBA5-776A-EAF46E6E08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de-DE" dirty="0"/>
              <a:t>Agenda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3F93F64-B878-CD08-B777-623E647A9C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765300"/>
            <a:ext cx="21361400" cy="10667999"/>
          </a:xfrm>
        </p:spPr>
        <p:txBody>
          <a:bodyPr/>
          <a:lstStyle/>
          <a:p>
            <a:r>
              <a:rPr lang="en-US" altLang="de-DE" sz="2000" dirty="0">
                <a:latin typeface="Arial" panose="020B0604020202020204" pitchFamily="34" charset="0"/>
              </a:rPr>
              <a:t>  </a:t>
            </a:r>
          </a:p>
        </p:txBody>
      </p:sp>
      <p:sp>
        <p:nvSpPr>
          <p:cNvPr id="6" name="Flussdiagramm: Prozess 5">
            <a:extLst>
              <a:ext uri="{FF2B5EF4-FFF2-40B4-BE49-F238E27FC236}">
                <a16:creationId xmlns:a16="http://schemas.microsoft.com/office/drawing/2014/main" id="{A2420D49-2D11-59B5-E1F7-AF6FFA03E4D2}"/>
              </a:ext>
            </a:extLst>
          </p:cNvPr>
          <p:cNvSpPr/>
          <p:nvPr/>
        </p:nvSpPr>
        <p:spPr bwMode="auto">
          <a:xfrm>
            <a:off x="397566" y="5906604"/>
            <a:ext cx="20474608" cy="1689652"/>
          </a:xfrm>
          <a:prstGeom prst="flowChartProcess">
            <a:avLst/>
          </a:prstGeom>
          <a:solidFill>
            <a:schemeClr val="accent2">
              <a:lumMod val="20000"/>
              <a:lumOff val="80000"/>
            </a:schemeClr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sz="3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iberation Sans Regular" charset="0"/>
                <a:ea typeface="PingFang SC Regular" charset="0"/>
                <a:cs typeface="PingFang SC Regular" charset="0"/>
                <a:sym typeface="Liberation Sans Regular" charset="0"/>
              </a:rPr>
              <a:t>Hy2Foam</a:t>
            </a:r>
          </a:p>
        </p:txBody>
      </p:sp>
      <p:sp>
        <p:nvSpPr>
          <p:cNvPr id="7" name="Flussdiagramm: Prozess 6">
            <a:extLst>
              <a:ext uri="{FF2B5EF4-FFF2-40B4-BE49-F238E27FC236}">
                <a16:creationId xmlns:a16="http://schemas.microsoft.com/office/drawing/2014/main" id="{F99AD747-8C4D-0A47-57A0-654EAD6FC932}"/>
              </a:ext>
            </a:extLst>
          </p:cNvPr>
          <p:cNvSpPr/>
          <p:nvPr/>
        </p:nvSpPr>
        <p:spPr bwMode="auto">
          <a:xfrm>
            <a:off x="397566" y="7850256"/>
            <a:ext cx="20474608" cy="1689652"/>
          </a:xfrm>
          <a:prstGeom prst="flowChartProcess">
            <a:avLst/>
          </a:prstGeom>
          <a:solidFill>
            <a:srgbClr val="7CEB99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de-DE" dirty="0" err="1">
                <a:latin typeface="Liberation Sans Regular" charset="0"/>
                <a:ea typeface="PingFang SC Regular" charset="0"/>
                <a:cs typeface="PingFang SC Regular" charset="0"/>
                <a:sym typeface="Liberation Sans Regular" charset="0"/>
              </a:rPr>
              <a:t>Nose</a:t>
            </a:r>
            <a:r>
              <a:rPr lang="de-DE" dirty="0">
                <a:latin typeface="Liberation Sans Regular" charset="0"/>
                <a:ea typeface="PingFang SC Regular" charset="0"/>
                <a:cs typeface="PingFang SC Regular" charset="0"/>
                <a:sym typeface="Liberation Sans Regular" charset="0"/>
              </a:rPr>
              <a:t> radii </a:t>
            </a:r>
            <a:r>
              <a:rPr lang="de-DE" dirty="0" err="1">
                <a:latin typeface="Liberation Sans Regular" charset="0"/>
                <a:ea typeface="PingFang SC Regular" charset="0"/>
                <a:cs typeface="PingFang SC Regular" charset="0"/>
                <a:sym typeface="Liberation Sans Regular" charset="0"/>
              </a:rPr>
              <a:t>investigation</a:t>
            </a:r>
            <a:endParaRPr kumimoji="0" lang="de-DE" sz="3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Liberation Sans Regular" charset="0"/>
              <a:ea typeface="PingFang SC Regular" charset="0"/>
              <a:cs typeface="PingFang SC Regular" charset="0"/>
              <a:sym typeface="Liberation Sans Regular" charset="0"/>
            </a:endParaRPr>
          </a:p>
        </p:txBody>
      </p:sp>
      <p:sp>
        <p:nvSpPr>
          <p:cNvPr id="8" name="Flussdiagramm: Prozess 7">
            <a:extLst>
              <a:ext uri="{FF2B5EF4-FFF2-40B4-BE49-F238E27FC236}">
                <a16:creationId xmlns:a16="http://schemas.microsoft.com/office/drawing/2014/main" id="{402A71AA-F77B-AB32-D99A-5A38510D109C}"/>
              </a:ext>
            </a:extLst>
          </p:cNvPr>
          <p:cNvSpPr/>
          <p:nvPr/>
        </p:nvSpPr>
        <p:spPr bwMode="auto">
          <a:xfrm>
            <a:off x="397566" y="9793908"/>
            <a:ext cx="20474608" cy="1689652"/>
          </a:xfrm>
          <a:prstGeom prst="flowChartProcess">
            <a:avLst/>
          </a:prstGeom>
          <a:solidFill>
            <a:srgbClr val="29B95C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sz="3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iberation Sans Regular" charset="0"/>
                <a:ea typeface="PingFang SC Regular" charset="0"/>
                <a:cs typeface="PingFang SC Regular" charset="0"/>
                <a:sym typeface="Liberation Sans Regular" charset="0"/>
              </a:rPr>
              <a:t>Summary</a:t>
            </a:r>
          </a:p>
        </p:txBody>
      </p:sp>
      <p:sp>
        <p:nvSpPr>
          <p:cNvPr id="3" name="Flussdiagramm: Prozess 2">
            <a:extLst>
              <a:ext uri="{FF2B5EF4-FFF2-40B4-BE49-F238E27FC236}">
                <a16:creationId xmlns:a16="http://schemas.microsoft.com/office/drawing/2014/main" id="{959EFD93-764F-014F-BC07-20DF4E0DD22E}"/>
              </a:ext>
            </a:extLst>
          </p:cNvPr>
          <p:cNvSpPr/>
          <p:nvPr/>
        </p:nvSpPr>
        <p:spPr bwMode="auto">
          <a:xfrm>
            <a:off x="397566" y="3962952"/>
            <a:ext cx="20474608" cy="1689652"/>
          </a:xfrm>
          <a:prstGeom prst="flowChartProcess">
            <a:avLst/>
          </a:prstGeom>
          <a:solidFill>
            <a:schemeClr val="accent2">
              <a:lumMod val="40000"/>
              <a:lumOff val="60000"/>
            </a:schemeClr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sz="3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Liberation Sans Regular" charset="0"/>
                <a:ea typeface="PingFang SC Regular" charset="0"/>
                <a:cs typeface="PingFang SC Regular" charset="0"/>
                <a:sym typeface="Liberation Sans Regular" charset="0"/>
              </a:rPr>
              <a:t>OpenFoam</a:t>
            </a:r>
            <a:r>
              <a:rPr kumimoji="0" lang="de-DE" sz="3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iberation Sans Regular" charset="0"/>
                <a:ea typeface="PingFang SC Regular" charset="0"/>
                <a:cs typeface="PingFang SC Regular" charset="0"/>
                <a:sym typeface="Liberation Sans Regular" charset="0"/>
              </a:rPr>
              <a:t> native </a:t>
            </a:r>
            <a:r>
              <a:rPr kumimoji="0" lang="de-DE" sz="3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Liberation Sans Regular" charset="0"/>
                <a:ea typeface="PingFang SC Regular" charset="0"/>
                <a:cs typeface="PingFang SC Regular" charset="0"/>
                <a:sym typeface="Liberation Sans Regular" charset="0"/>
              </a:rPr>
              <a:t>solver</a:t>
            </a:r>
            <a:endParaRPr kumimoji="0" lang="de-DE" sz="3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Liberation Sans Regular" charset="0"/>
              <a:ea typeface="PingFang SC Regular" charset="0"/>
              <a:cs typeface="PingFang SC Regular" charset="0"/>
              <a:sym typeface="Liberation Sans Regular" charset="0"/>
            </a:endParaRPr>
          </a:p>
        </p:txBody>
      </p:sp>
      <p:sp>
        <p:nvSpPr>
          <p:cNvPr id="2" name="Flussdiagramm: Prozess 1">
            <a:extLst>
              <a:ext uri="{FF2B5EF4-FFF2-40B4-BE49-F238E27FC236}">
                <a16:creationId xmlns:a16="http://schemas.microsoft.com/office/drawing/2014/main" id="{27EEA62C-1696-B909-58EE-9D7A94A70223}"/>
              </a:ext>
            </a:extLst>
          </p:cNvPr>
          <p:cNvSpPr/>
          <p:nvPr/>
        </p:nvSpPr>
        <p:spPr bwMode="auto">
          <a:xfrm>
            <a:off x="443396" y="2019300"/>
            <a:ext cx="20474608" cy="1689652"/>
          </a:xfrm>
          <a:prstGeom prst="flowChartProcess">
            <a:avLst/>
          </a:prstGeom>
          <a:solidFill>
            <a:schemeClr val="accent2">
              <a:lumMod val="60000"/>
              <a:lumOff val="40000"/>
            </a:schemeClr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sz="3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iberation Sans Regular" charset="0"/>
                <a:ea typeface="PingFang SC Regular" charset="0"/>
                <a:cs typeface="PingFang SC Regular" charset="0"/>
                <a:sym typeface="Liberation Sans Regular" charset="0"/>
              </a:rPr>
              <a:t>Theory </a:t>
            </a:r>
            <a:r>
              <a:rPr kumimoji="0" lang="de-DE" sz="3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Liberation Sans Regular" charset="0"/>
                <a:ea typeface="PingFang SC Regular" charset="0"/>
                <a:cs typeface="PingFang SC Regular" charset="0"/>
                <a:sym typeface="Liberation Sans Regular" charset="0"/>
              </a:rPr>
              <a:t>of</a:t>
            </a:r>
            <a:r>
              <a:rPr kumimoji="0" lang="de-DE" sz="3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iberation Sans Regular" charset="0"/>
                <a:ea typeface="PingFang SC Regular" charset="0"/>
                <a:cs typeface="PingFang SC Regular" charset="0"/>
                <a:sym typeface="Liberation Sans Regular" charset="0"/>
              </a:rPr>
              <a:t> </a:t>
            </a:r>
            <a:r>
              <a:rPr kumimoji="0" lang="de-DE" sz="3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Liberation Sans Regular" charset="0"/>
                <a:ea typeface="PingFang SC Regular" charset="0"/>
                <a:cs typeface="PingFang SC Regular" charset="0"/>
                <a:sym typeface="Liberation Sans Regular" charset="0"/>
              </a:rPr>
              <a:t>hypersonicflows</a:t>
            </a:r>
            <a:r>
              <a:rPr kumimoji="0" lang="de-DE" sz="3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iberation Sans Regular" charset="0"/>
                <a:ea typeface="PingFang SC Regular" charset="0"/>
                <a:cs typeface="PingFang SC Regular" charset="0"/>
                <a:sym typeface="Liberation Sans Regular" charset="0"/>
              </a:rPr>
              <a:t> in a </a:t>
            </a:r>
            <a:r>
              <a:rPr kumimoji="0" lang="de-DE" sz="3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Liberation Sans Regular" charset="0"/>
                <a:ea typeface="PingFang SC Regular" charset="0"/>
                <a:cs typeface="PingFang SC Regular" charset="0"/>
                <a:sym typeface="Liberation Sans Regular" charset="0"/>
              </a:rPr>
              <a:t>reentry</a:t>
            </a:r>
            <a:r>
              <a:rPr kumimoji="0" lang="de-DE" sz="3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iberation Sans Regular" charset="0"/>
                <a:ea typeface="PingFang SC Regular" charset="0"/>
                <a:cs typeface="PingFang SC Regular" charset="0"/>
                <a:sym typeface="Liberation Sans Regular" charset="0"/>
              </a:rPr>
              <a:t> </a:t>
            </a:r>
            <a:r>
              <a:rPr kumimoji="0" lang="de-DE" sz="3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Liberation Sans Regular" charset="0"/>
                <a:ea typeface="PingFang SC Regular" charset="0"/>
                <a:cs typeface="PingFang SC Regular" charset="0"/>
                <a:sym typeface="Liberation Sans Regular" charset="0"/>
              </a:rPr>
              <a:t>situation</a:t>
            </a:r>
            <a:r>
              <a:rPr kumimoji="0" lang="de-DE" sz="3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iberation Sans Regular" charset="0"/>
                <a:ea typeface="PingFang SC Regular" charset="0"/>
                <a:cs typeface="PingFang SC Regular" charset="0"/>
                <a:sym typeface="Liberation Sans Regular" charset="0"/>
              </a:rPr>
              <a:t> </a:t>
            </a:r>
          </a:p>
        </p:txBody>
      </p: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FC07F54D-7F98-AABC-BD9A-043D6AA9BC67}"/>
              </a:ext>
            </a:extLst>
          </p:cNvPr>
          <p:cNvGrpSpPr/>
          <p:nvPr/>
        </p:nvGrpSpPr>
        <p:grpSpPr>
          <a:xfrm rot="10129846">
            <a:off x="18546417" y="3215482"/>
            <a:ext cx="1928191" cy="2135257"/>
            <a:chOff x="11589026" y="4532243"/>
            <a:chExt cx="1928191" cy="2135257"/>
          </a:xfrm>
        </p:grpSpPr>
        <p:sp>
          <p:nvSpPr>
            <p:cNvPr id="9" name="Bogen 8">
              <a:extLst>
                <a:ext uri="{FF2B5EF4-FFF2-40B4-BE49-F238E27FC236}">
                  <a16:creationId xmlns:a16="http://schemas.microsoft.com/office/drawing/2014/main" id="{59C92F9B-11FA-A810-39D0-8383EEABBE44}"/>
                </a:ext>
              </a:extLst>
            </p:cNvPr>
            <p:cNvSpPr/>
            <p:nvPr/>
          </p:nvSpPr>
          <p:spPr bwMode="auto">
            <a:xfrm>
              <a:off x="11589026" y="4532243"/>
              <a:ext cx="1928191" cy="2135257"/>
            </a:xfrm>
            <a:prstGeom prst="arc">
              <a:avLst/>
            </a:prstGeom>
            <a:solidFill>
              <a:schemeClr val="accent1"/>
            </a:solidFill>
            <a:ln w="2540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e-DE" sz="3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Liberation Sans Regular" charset="0"/>
                <a:ea typeface="PingFang SC Regular" charset="0"/>
                <a:cs typeface="PingFang SC Regular" charset="0"/>
                <a:sym typeface="Liberation Sans Regular" charset="0"/>
              </a:endParaRPr>
            </a:p>
          </p:txBody>
        </p:sp>
        <p:sp>
          <p:nvSpPr>
            <p:cNvPr id="10" name="Gleichschenkliges Dreieck 9">
              <a:extLst>
                <a:ext uri="{FF2B5EF4-FFF2-40B4-BE49-F238E27FC236}">
                  <a16:creationId xmlns:a16="http://schemas.microsoft.com/office/drawing/2014/main" id="{3A75BEFB-49B7-3DAD-3E85-12B98041807B}"/>
                </a:ext>
              </a:extLst>
            </p:cNvPr>
            <p:cNvSpPr/>
            <p:nvPr/>
          </p:nvSpPr>
          <p:spPr bwMode="auto">
            <a:xfrm rot="13771913">
              <a:off x="11939881" y="4927136"/>
              <a:ext cx="1472735" cy="942009"/>
            </a:xfrm>
            <a:prstGeom prst="triangle">
              <a:avLst/>
            </a:prstGeom>
            <a:solidFill>
              <a:schemeClr val="accent1"/>
            </a:solidFill>
            <a:ln w="2540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e-DE" sz="3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Liberation Sans Regular" charset="0"/>
                <a:ea typeface="PingFang SC Regular" charset="0"/>
                <a:cs typeface="PingFang SC Regular" charset="0"/>
                <a:sym typeface="Liberation Sans Regular" charset="0"/>
              </a:endParaRPr>
            </a:p>
          </p:txBody>
        </p:sp>
      </p:grpSp>
      <p:sp>
        <p:nvSpPr>
          <p:cNvPr id="12" name="Bogen 11">
            <a:extLst>
              <a:ext uri="{FF2B5EF4-FFF2-40B4-BE49-F238E27FC236}">
                <a16:creationId xmlns:a16="http://schemas.microsoft.com/office/drawing/2014/main" id="{528CC371-203C-220A-1CEF-D6F78D7C59B0}"/>
              </a:ext>
            </a:extLst>
          </p:cNvPr>
          <p:cNvSpPr/>
          <p:nvPr/>
        </p:nvSpPr>
        <p:spPr bwMode="auto">
          <a:xfrm rot="10128814">
            <a:off x="18009703" y="2530888"/>
            <a:ext cx="3001618" cy="3223039"/>
          </a:xfrm>
          <a:prstGeom prst="arc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3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Liberation Sans Regular" charset="0"/>
              <a:ea typeface="PingFang SC Regular" charset="0"/>
              <a:cs typeface="PingFang SC Regular" charset="0"/>
              <a:sym typeface="Liberation Sans Regular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4517344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1B94C-F704-46D0-56A9-66C4C3D139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2F9F6A5-F2A4-81A1-B65F-0AD572D5E3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de-DE" dirty="0" err="1"/>
              <a:t>openFoam</a:t>
            </a:r>
            <a:r>
              <a:rPr lang="en-US" altLang="de-DE" dirty="0"/>
              <a:t> native solver solution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5E69CF3-E8E8-8F69-F90A-265B9BB56F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de-DE" dirty="0" err="1">
                <a:latin typeface="Arial" panose="020B0604020202020204" pitchFamily="34" charset="0"/>
              </a:rPr>
              <a:t>reactingFoam</a:t>
            </a:r>
            <a:r>
              <a:rPr lang="en-US" altLang="de-DE" dirty="0">
                <a:latin typeface="Arial" panose="020B0604020202020204" pitchFamily="34" charset="0"/>
              </a:rPr>
              <a:t> vs. </a:t>
            </a:r>
            <a:r>
              <a:rPr lang="en-US" altLang="de-DE" dirty="0" err="1">
                <a:latin typeface="Arial" panose="020B0604020202020204" pitchFamily="34" charset="0"/>
              </a:rPr>
              <a:t>rhoCentralFoam</a:t>
            </a:r>
            <a:endParaRPr lang="en-US" altLang="de-DE" dirty="0">
              <a:latin typeface="Arial" panose="020B0604020202020204" pitchFamily="34" charset="0"/>
            </a:endParaRPr>
          </a:p>
          <a:p>
            <a:r>
              <a:rPr lang="en-US" altLang="de-DE" dirty="0">
                <a:latin typeface="Arial" panose="020B0604020202020204" pitchFamily="34" charset="0"/>
              </a:rPr>
              <a:t>		</a:t>
            </a:r>
            <a:r>
              <a:rPr lang="en-US" altLang="de-DE" dirty="0" err="1">
                <a:latin typeface="Arial" panose="020B0604020202020204" pitchFamily="34" charset="0"/>
              </a:rPr>
              <a:t>whats</a:t>
            </a:r>
            <a:r>
              <a:rPr lang="en-US" altLang="de-DE" dirty="0">
                <a:latin typeface="Arial" panose="020B0604020202020204" pitchFamily="34" charset="0"/>
              </a:rPr>
              <a:t> it supposed to do</a:t>
            </a:r>
          </a:p>
          <a:p>
            <a:r>
              <a:rPr lang="en-US" altLang="de-DE" dirty="0">
                <a:latin typeface="Arial" panose="020B0604020202020204" pitchFamily="34" charset="0"/>
              </a:rPr>
              <a:t>		why it has problems with reentry</a:t>
            </a:r>
          </a:p>
          <a:p>
            <a:r>
              <a:rPr lang="en-US" altLang="de-DE" dirty="0">
                <a:latin typeface="Arial" panose="020B0604020202020204" pitchFamily="34" charset="0"/>
              </a:rPr>
              <a:t>		what we done</a:t>
            </a:r>
          </a:p>
          <a:p>
            <a:r>
              <a:rPr lang="en-US" altLang="de-DE" dirty="0">
                <a:latin typeface="Arial" panose="020B0604020202020204" pitchFamily="34" charset="0"/>
              </a:rPr>
              <a:t>		where we failed</a:t>
            </a:r>
          </a:p>
        </p:txBody>
      </p:sp>
      <p:sp>
        <p:nvSpPr>
          <p:cNvPr id="8" name="Flussdiagramm: Prozess 7">
            <a:extLst>
              <a:ext uri="{FF2B5EF4-FFF2-40B4-BE49-F238E27FC236}">
                <a16:creationId xmlns:a16="http://schemas.microsoft.com/office/drawing/2014/main" id="{A4324774-4EF8-CA63-B3A5-03BA8359A2CF}"/>
              </a:ext>
            </a:extLst>
          </p:cNvPr>
          <p:cNvSpPr/>
          <p:nvPr/>
        </p:nvSpPr>
        <p:spPr bwMode="auto">
          <a:xfrm>
            <a:off x="9581322" y="2115377"/>
            <a:ext cx="11430000" cy="4651513"/>
          </a:xfrm>
          <a:prstGeom prst="flowChartProcess">
            <a:avLst/>
          </a:prstGeom>
          <a:solidFill>
            <a:schemeClr val="accent1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de-DE" dirty="0">
                <a:latin typeface="Liberation Sans Regular" charset="0"/>
                <a:ea typeface="PingFang SC Regular" charset="0"/>
                <a:cs typeface="PingFang SC Regular" charset="0"/>
                <a:sym typeface="Liberation Sans Regular" charset="0"/>
              </a:rPr>
              <a:t>Thumb-cinema </a:t>
            </a:r>
            <a:r>
              <a:rPr lang="de-DE" dirty="0" err="1">
                <a:latin typeface="Liberation Sans Regular" charset="0"/>
                <a:ea typeface="PingFang SC Regular" charset="0"/>
                <a:cs typeface="PingFang SC Regular" charset="0"/>
                <a:sym typeface="Liberation Sans Regular" charset="0"/>
              </a:rPr>
              <a:t>of</a:t>
            </a:r>
            <a:r>
              <a:rPr lang="de-DE" dirty="0">
                <a:latin typeface="Liberation Sans Regular" charset="0"/>
                <a:ea typeface="PingFang SC Regular" charset="0"/>
                <a:cs typeface="PingFang SC Regular" charset="0"/>
                <a:sym typeface="Liberation Sans Regular" charset="0"/>
              </a:rPr>
              <a:t> </a:t>
            </a:r>
            <a:r>
              <a:rPr lang="de-DE" dirty="0" err="1">
                <a:latin typeface="Liberation Sans Regular" charset="0"/>
                <a:ea typeface="PingFang SC Regular" charset="0"/>
                <a:cs typeface="PingFang SC Regular" charset="0"/>
                <a:sym typeface="Liberation Sans Regular" charset="0"/>
              </a:rPr>
              <a:t>what</a:t>
            </a:r>
            <a:r>
              <a:rPr lang="de-DE" dirty="0">
                <a:latin typeface="Liberation Sans Regular" charset="0"/>
                <a:ea typeface="PingFang SC Regular" charset="0"/>
                <a:cs typeface="PingFang SC Regular" charset="0"/>
                <a:sym typeface="Liberation Sans Regular" charset="0"/>
              </a:rPr>
              <a:t> was </a:t>
            </a:r>
            <a:r>
              <a:rPr lang="de-DE" dirty="0" err="1">
                <a:latin typeface="Liberation Sans Regular" charset="0"/>
                <a:ea typeface="PingFang SC Regular" charset="0"/>
                <a:cs typeface="PingFang SC Regular" charset="0"/>
                <a:sym typeface="Liberation Sans Regular" charset="0"/>
              </a:rPr>
              <a:t>simulated</a:t>
            </a:r>
            <a:endParaRPr kumimoji="0" lang="de-DE" sz="3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Liberation Sans Regular" charset="0"/>
              <a:ea typeface="PingFang SC Regular" charset="0"/>
              <a:cs typeface="PingFang SC Regular" charset="0"/>
              <a:sym typeface="Liberation Sans Regular" charset="0"/>
            </a:endParaRPr>
          </a:p>
        </p:txBody>
      </p:sp>
      <p:sp>
        <p:nvSpPr>
          <p:cNvPr id="9" name="Flussdiagramm: Prozess 8">
            <a:extLst>
              <a:ext uri="{FF2B5EF4-FFF2-40B4-BE49-F238E27FC236}">
                <a16:creationId xmlns:a16="http://schemas.microsoft.com/office/drawing/2014/main" id="{244678F2-4EF4-484D-5FD5-C5A42A9D6FDB}"/>
              </a:ext>
            </a:extLst>
          </p:cNvPr>
          <p:cNvSpPr/>
          <p:nvPr/>
        </p:nvSpPr>
        <p:spPr bwMode="auto">
          <a:xfrm>
            <a:off x="801756" y="7415144"/>
            <a:ext cx="5864087" cy="4651513"/>
          </a:xfrm>
          <a:prstGeom prst="flowChartProcess">
            <a:avLst/>
          </a:prstGeom>
          <a:solidFill>
            <a:schemeClr val="accent1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sz="3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iberation Sans Regular" charset="0"/>
                <a:ea typeface="PingFang SC Regular" charset="0"/>
                <a:cs typeface="PingFang SC Regular" charset="0"/>
                <a:sym typeface="Liberation Sans Regular" charset="0"/>
              </a:rPr>
              <a:t>Code </a:t>
            </a:r>
            <a:r>
              <a:rPr kumimoji="0" lang="de-DE" sz="3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Liberation Sans Regular" charset="0"/>
                <a:ea typeface="PingFang SC Regular" charset="0"/>
                <a:cs typeface="PingFang SC Regular" charset="0"/>
                <a:sym typeface="Liberation Sans Regular" charset="0"/>
              </a:rPr>
              <a:t>Snippet</a:t>
            </a:r>
            <a:r>
              <a:rPr lang="de-DE" dirty="0">
                <a:latin typeface="Liberation Sans Regular" charset="0"/>
                <a:ea typeface="PingFang SC Regular" charset="0"/>
                <a:cs typeface="PingFang SC Regular" charset="0"/>
                <a:sym typeface="Liberation Sans Regular" charset="0"/>
              </a:rPr>
              <a:t> 1 </a:t>
            </a:r>
            <a:r>
              <a:rPr lang="de-DE" dirty="0" err="1">
                <a:latin typeface="Liberation Sans Regular" charset="0"/>
                <a:ea typeface="PingFang SC Regular" charset="0"/>
                <a:cs typeface="PingFang SC Regular" charset="0"/>
                <a:sym typeface="Liberation Sans Regular" charset="0"/>
              </a:rPr>
              <a:t>of</a:t>
            </a:r>
            <a:r>
              <a:rPr lang="de-DE" dirty="0">
                <a:latin typeface="Liberation Sans Regular" charset="0"/>
                <a:ea typeface="PingFang SC Regular" charset="0"/>
                <a:cs typeface="PingFang SC Regular" charset="0"/>
                <a:sym typeface="Liberation Sans Regular" charset="0"/>
              </a:rPr>
              <a:t> </a:t>
            </a:r>
            <a:r>
              <a:rPr lang="de-DE" dirty="0" err="1">
                <a:latin typeface="Liberation Sans Regular" charset="0"/>
                <a:ea typeface="PingFang SC Regular" charset="0"/>
                <a:cs typeface="PingFang SC Regular" charset="0"/>
                <a:sym typeface="Liberation Sans Regular" charset="0"/>
              </a:rPr>
              <a:t>constants</a:t>
            </a:r>
            <a:endParaRPr lang="de-DE" dirty="0">
              <a:latin typeface="Liberation Sans Regular" charset="0"/>
              <a:ea typeface="PingFang SC Regular" charset="0"/>
              <a:cs typeface="PingFang SC Regular" charset="0"/>
              <a:sym typeface="Liberation Sans Regular" charset="0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3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Liberation Sans Regular" charset="0"/>
              <a:ea typeface="PingFang SC Regular" charset="0"/>
              <a:cs typeface="PingFang SC Regular" charset="0"/>
              <a:sym typeface="Liberation Sans Regular" charset="0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3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Liberation Sans Regular" charset="0"/>
              <a:ea typeface="PingFang SC Regular" charset="0"/>
              <a:cs typeface="PingFang SC Regular" charset="0"/>
              <a:sym typeface="Liberation Sans Regular" charset="0"/>
            </a:endParaRPr>
          </a:p>
        </p:txBody>
      </p:sp>
      <p:sp>
        <p:nvSpPr>
          <p:cNvPr id="10" name="Flussdiagramm: Prozess 9">
            <a:extLst>
              <a:ext uri="{FF2B5EF4-FFF2-40B4-BE49-F238E27FC236}">
                <a16:creationId xmlns:a16="http://schemas.microsoft.com/office/drawing/2014/main" id="{C652F8F7-37A5-5C37-5799-EEAFEA2AC82B}"/>
              </a:ext>
            </a:extLst>
          </p:cNvPr>
          <p:cNvSpPr/>
          <p:nvPr/>
        </p:nvSpPr>
        <p:spPr bwMode="auto">
          <a:xfrm>
            <a:off x="7950753" y="7415144"/>
            <a:ext cx="5864087" cy="4651513"/>
          </a:xfrm>
          <a:prstGeom prst="flowChartProcess">
            <a:avLst/>
          </a:prstGeom>
          <a:solidFill>
            <a:schemeClr val="accent1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sz="3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iberation Sans Regular" charset="0"/>
                <a:ea typeface="PingFang SC Regular" charset="0"/>
                <a:cs typeface="PingFang SC Regular" charset="0"/>
                <a:sym typeface="Liberation Sans Regular" charset="0"/>
              </a:rPr>
              <a:t>Code </a:t>
            </a:r>
            <a:r>
              <a:rPr kumimoji="0" lang="de-DE" sz="3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Liberation Sans Regular" charset="0"/>
                <a:ea typeface="PingFang SC Regular" charset="0"/>
                <a:cs typeface="PingFang SC Regular" charset="0"/>
                <a:sym typeface="Liberation Sans Regular" charset="0"/>
              </a:rPr>
              <a:t>Snippet</a:t>
            </a:r>
            <a:r>
              <a:rPr lang="de-DE" dirty="0">
                <a:latin typeface="Liberation Sans Regular" charset="0"/>
                <a:ea typeface="PingFang SC Regular" charset="0"/>
                <a:cs typeface="PingFang SC Regular" charset="0"/>
                <a:sym typeface="Liberation Sans Regular" charset="0"/>
              </a:rPr>
              <a:t> 2 </a:t>
            </a:r>
            <a:r>
              <a:rPr lang="de-DE" dirty="0" err="1">
                <a:latin typeface="Liberation Sans Regular" charset="0"/>
                <a:ea typeface="PingFang SC Regular" charset="0"/>
                <a:cs typeface="PingFang SC Regular" charset="0"/>
                <a:sym typeface="Liberation Sans Regular" charset="0"/>
              </a:rPr>
              <a:t>of</a:t>
            </a:r>
            <a:r>
              <a:rPr lang="de-DE" dirty="0">
                <a:latin typeface="Liberation Sans Regular" charset="0"/>
                <a:ea typeface="PingFang SC Regular" charset="0"/>
                <a:cs typeface="PingFang SC Regular" charset="0"/>
                <a:sym typeface="Liberation Sans Regular" charset="0"/>
              </a:rPr>
              <a:t> </a:t>
            </a:r>
            <a:r>
              <a:rPr lang="de-DE" dirty="0" err="1">
                <a:latin typeface="Liberation Sans Regular" charset="0"/>
                <a:ea typeface="PingFang SC Regular" charset="0"/>
                <a:cs typeface="PingFang SC Regular" charset="0"/>
                <a:sym typeface="Liberation Sans Regular" charset="0"/>
              </a:rPr>
              <a:t>system</a:t>
            </a:r>
            <a:endParaRPr lang="de-DE" dirty="0">
              <a:latin typeface="Liberation Sans Regular" charset="0"/>
              <a:ea typeface="PingFang SC Regular" charset="0"/>
              <a:cs typeface="PingFang SC Regular" charset="0"/>
              <a:sym typeface="Liberation Sans Regular" charset="0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3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Liberation Sans Regular" charset="0"/>
              <a:ea typeface="PingFang SC Regular" charset="0"/>
              <a:cs typeface="PingFang SC Regular" charset="0"/>
              <a:sym typeface="Liberation Sans Regular" charset="0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3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Liberation Sans Regular" charset="0"/>
              <a:ea typeface="PingFang SC Regular" charset="0"/>
              <a:cs typeface="PingFang SC Regular" charset="0"/>
              <a:sym typeface="Liberation Sans Regular" charset="0"/>
            </a:endParaRPr>
          </a:p>
        </p:txBody>
      </p:sp>
      <p:sp>
        <p:nvSpPr>
          <p:cNvPr id="11" name="Flussdiagramm: Prozess 10">
            <a:extLst>
              <a:ext uri="{FF2B5EF4-FFF2-40B4-BE49-F238E27FC236}">
                <a16:creationId xmlns:a16="http://schemas.microsoft.com/office/drawing/2014/main" id="{93E80AE3-F36D-B071-4F4E-B544C7FC7186}"/>
              </a:ext>
            </a:extLst>
          </p:cNvPr>
          <p:cNvSpPr/>
          <p:nvPr/>
        </p:nvSpPr>
        <p:spPr bwMode="auto">
          <a:xfrm>
            <a:off x="14906487" y="7415143"/>
            <a:ext cx="5864087" cy="4651513"/>
          </a:xfrm>
          <a:prstGeom prst="flowChartProcess">
            <a:avLst/>
          </a:prstGeom>
          <a:solidFill>
            <a:schemeClr val="accent1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sz="3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iberation Sans Regular" charset="0"/>
                <a:ea typeface="PingFang SC Regular" charset="0"/>
                <a:cs typeface="PingFang SC Regular" charset="0"/>
                <a:sym typeface="Liberation Sans Regular" charset="0"/>
              </a:rPr>
              <a:t>Code </a:t>
            </a:r>
            <a:r>
              <a:rPr kumimoji="0" lang="de-DE" sz="3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Liberation Sans Regular" charset="0"/>
                <a:ea typeface="PingFang SC Regular" charset="0"/>
                <a:cs typeface="PingFang SC Regular" charset="0"/>
                <a:sym typeface="Liberation Sans Regular" charset="0"/>
              </a:rPr>
              <a:t>Snippet</a:t>
            </a:r>
            <a:r>
              <a:rPr lang="de-DE" dirty="0">
                <a:latin typeface="Liberation Sans Regular" charset="0"/>
                <a:ea typeface="PingFang SC Regular" charset="0"/>
                <a:cs typeface="PingFang SC Regular" charset="0"/>
                <a:sym typeface="Liberation Sans Regular" charset="0"/>
              </a:rPr>
              <a:t> 3 </a:t>
            </a:r>
            <a:r>
              <a:rPr lang="de-DE" dirty="0" err="1">
                <a:latin typeface="Liberation Sans Regular" charset="0"/>
                <a:ea typeface="PingFang SC Regular" charset="0"/>
                <a:cs typeface="PingFang SC Regular" charset="0"/>
                <a:sym typeface="Liberation Sans Regular" charset="0"/>
              </a:rPr>
              <a:t>of</a:t>
            </a:r>
            <a:r>
              <a:rPr lang="de-DE" dirty="0">
                <a:latin typeface="Liberation Sans Regular" charset="0"/>
                <a:ea typeface="PingFang SC Regular" charset="0"/>
                <a:cs typeface="PingFang SC Regular" charset="0"/>
                <a:sym typeface="Liberation Sans Regular" charset="0"/>
              </a:rPr>
              <a:t> </a:t>
            </a:r>
            <a:r>
              <a:rPr lang="de-DE" dirty="0" err="1">
                <a:latin typeface="Liberation Sans Regular" charset="0"/>
                <a:ea typeface="PingFang SC Regular" charset="0"/>
                <a:cs typeface="PingFang SC Regular" charset="0"/>
                <a:sym typeface="Liberation Sans Regular" charset="0"/>
              </a:rPr>
              <a:t>error</a:t>
            </a:r>
            <a:r>
              <a:rPr lang="de-DE" dirty="0">
                <a:latin typeface="Liberation Sans Regular" charset="0"/>
                <a:ea typeface="PingFang SC Regular" charset="0"/>
                <a:cs typeface="PingFang SC Regular" charset="0"/>
                <a:sym typeface="Liberation Sans Regular" charset="0"/>
              </a:rPr>
              <a:t> </a:t>
            </a:r>
            <a:r>
              <a:rPr lang="de-DE" dirty="0" err="1">
                <a:latin typeface="Liberation Sans Regular" charset="0"/>
                <a:ea typeface="PingFang SC Regular" charset="0"/>
                <a:cs typeface="PingFang SC Regular" charset="0"/>
                <a:sym typeface="Liberation Sans Regular" charset="0"/>
              </a:rPr>
              <a:t>message</a:t>
            </a:r>
            <a:endParaRPr lang="de-DE" dirty="0">
              <a:latin typeface="Liberation Sans Regular" charset="0"/>
              <a:ea typeface="PingFang SC Regular" charset="0"/>
              <a:cs typeface="PingFang SC Regular" charset="0"/>
              <a:sym typeface="Liberation Sans Regular" charset="0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3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Liberation Sans Regular" charset="0"/>
              <a:ea typeface="PingFang SC Regular" charset="0"/>
              <a:cs typeface="PingFang SC Regular" charset="0"/>
              <a:sym typeface="Liberation Sans Regular" charset="0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3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Liberation Sans Regular" charset="0"/>
              <a:ea typeface="PingFang SC Regular" charset="0"/>
              <a:cs typeface="PingFang SC Regular" charset="0"/>
              <a:sym typeface="Liberation Sans Regular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6053183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70755B-DA9A-3011-2451-84E5DA2621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50EAEB3-9A7E-ED22-DD95-6B37790DE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de-DE" dirty="0"/>
              <a:t>Agenda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196ADF7-D840-434C-04D9-76CB0A7499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765300"/>
            <a:ext cx="21361400" cy="10667999"/>
          </a:xfrm>
        </p:spPr>
        <p:txBody>
          <a:bodyPr/>
          <a:lstStyle/>
          <a:p>
            <a:r>
              <a:rPr lang="en-US" altLang="de-DE" sz="2000" dirty="0">
                <a:latin typeface="Arial" panose="020B0604020202020204" pitchFamily="34" charset="0"/>
              </a:rPr>
              <a:t>  </a:t>
            </a:r>
          </a:p>
        </p:txBody>
      </p:sp>
      <p:sp>
        <p:nvSpPr>
          <p:cNvPr id="6" name="Flussdiagramm: Prozess 5">
            <a:extLst>
              <a:ext uri="{FF2B5EF4-FFF2-40B4-BE49-F238E27FC236}">
                <a16:creationId xmlns:a16="http://schemas.microsoft.com/office/drawing/2014/main" id="{7D8726C0-EAEC-FDE4-F751-0EA060EFD297}"/>
              </a:ext>
            </a:extLst>
          </p:cNvPr>
          <p:cNvSpPr/>
          <p:nvPr/>
        </p:nvSpPr>
        <p:spPr bwMode="auto">
          <a:xfrm>
            <a:off x="397566" y="5906604"/>
            <a:ext cx="20474608" cy="1689652"/>
          </a:xfrm>
          <a:prstGeom prst="flowChartProcess">
            <a:avLst/>
          </a:prstGeom>
          <a:solidFill>
            <a:schemeClr val="accent2">
              <a:lumMod val="20000"/>
              <a:lumOff val="80000"/>
            </a:schemeClr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sz="3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iberation Sans Regular" charset="0"/>
                <a:ea typeface="PingFang SC Regular" charset="0"/>
                <a:cs typeface="PingFang SC Regular" charset="0"/>
                <a:sym typeface="Liberation Sans Regular" charset="0"/>
              </a:rPr>
              <a:t>Hy2Foam</a:t>
            </a:r>
          </a:p>
        </p:txBody>
      </p:sp>
      <p:sp>
        <p:nvSpPr>
          <p:cNvPr id="7" name="Flussdiagramm: Prozess 6">
            <a:extLst>
              <a:ext uri="{FF2B5EF4-FFF2-40B4-BE49-F238E27FC236}">
                <a16:creationId xmlns:a16="http://schemas.microsoft.com/office/drawing/2014/main" id="{D94709C2-6DF3-B04C-38A2-8EB9687C7DDB}"/>
              </a:ext>
            </a:extLst>
          </p:cNvPr>
          <p:cNvSpPr/>
          <p:nvPr/>
        </p:nvSpPr>
        <p:spPr bwMode="auto">
          <a:xfrm>
            <a:off x="397566" y="7850256"/>
            <a:ext cx="20474608" cy="1689652"/>
          </a:xfrm>
          <a:prstGeom prst="flowChartProcess">
            <a:avLst/>
          </a:prstGeom>
          <a:solidFill>
            <a:srgbClr val="7CEB99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de-DE" dirty="0" err="1">
                <a:latin typeface="Liberation Sans Regular" charset="0"/>
                <a:ea typeface="PingFang SC Regular" charset="0"/>
                <a:cs typeface="PingFang SC Regular" charset="0"/>
                <a:sym typeface="Liberation Sans Regular" charset="0"/>
              </a:rPr>
              <a:t>Nose</a:t>
            </a:r>
            <a:r>
              <a:rPr lang="de-DE" dirty="0">
                <a:latin typeface="Liberation Sans Regular" charset="0"/>
                <a:ea typeface="PingFang SC Regular" charset="0"/>
                <a:cs typeface="PingFang SC Regular" charset="0"/>
                <a:sym typeface="Liberation Sans Regular" charset="0"/>
              </a:rPr>
              <a:t> radii </a:t>
            </a:r>
            <a:r>
              <a:rPr lang="de-DE" dirty="0" err="1">
                <a:latin typeface="Liberation Sans Regular" charset="0"/>
                <a:ea typeface="PingFang SC Regular" charset="0"/>
                <a:cs typeface="PingFang SC Regular" charset="0"/>
                <a:sym typeface="Liberation Sans Regular" charset="0"/>
              </a:rPr>
              <a:t>investigation</a:t>
            </a:r>
            <a:endParaRPr kumimoji="0" lang="de-DE" sz="3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Liberation Sans Regular" charset="0"/>
              <a:ea typeface="PingFang SC Regular" charset="0"/>
              <a:cs typeface="PingFang SC Regular" charset="0"/>
              <a:sym typeface="Liberation Sans Regular" charset="0"/>
            </a:endParaRPr>
          </a:p>
        </p:txBody>
      </p:sp>
      <p:sp>
        <p:nvSpPr>
          <p:cNvPr id="8" name="Flussdiagramm: Prozess 7">
            <a:extLst>
              <a:ext uri="{FF2B5EF4-FFF2-40B4-BE49-F238E27FC236}">
                <a16:creationId xmlns:a16="http://schemas.microsoft.com/office/drawing/2014/main" id="{BBED91DE-1956-04DE-A4A0-00FBB127BCF3}"/>
              </a:ext>
            </a:extLst>
          </p:cNvPr>
          <p:cNvSpPr/>
          <p:nvPr/>
        </p:nvSpPr>
        <p:spPr bwMode="auto">
          <a:xfrm>
            <a:off x="397566" y="9793908"/>
            <a:ext cx="20474608" cy="1689652"/>
          </a:xfrm>
          <a:prstGeom prst="flowChartProcess">
            <a:avLst/>
          </a:prstGeom>
          <a:solidFill>
            <a:srgbClr val="29B95C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sz="3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iberation Sans Regular" charset="0"/>
                <a:ea typeface="PingFang SC Regular" charset="0"/>
                <a:cs typeface="PingFang SC Regular" charset="0"/>
                <a:sym typeface="Liberation Sans Regular" charset="0"/>
              </a:rPr>
              <a:t>Summary</a:t>
            </a:r>
          </a:p>
        </p:txBody>
      </p:sp>
      <p:sp>
        <p:nvSpPr>
          <p:cNvPr id="3" name="Flussdiagramm: Prozess 2">
            <a:extLst>
              <a:ext uri="{FF2B5EF4-FFF2-40B4-BE49-F238E27FC236}">
                <a16:creationId xmlns:a16="http://schemas.microsoft.com/office/drawing/2014/main" id="{F61E9D4F-AA6E-325E-B8C2-3EB151684AC6}"/>
              </a:ext>
            </a:extLst>
          </p:cNvPr>
          <p:cNvSpPr/>
          <p:nvPr/>
        </p:nvSpPr>
        <p:spPr bwMode="auto">
          <a:xfrm>
            <a:off x="397566" y="3962952"/>
            <a:ext cx="20474608" cy="1689652"/>
          </a:xfrm>
          <a:prstGeom prst="flowChartProcess">
            <a:avLst/>
          </a:prstGeom>
          <a:solidFill>
            <a:schemeClr val="accent2">
              <a:lumMod val="40000"/>
              <a:lumOff val="60000"/>
            </a:schemeClr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sz="3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Liberation Sans Regular" charset="0"/>
                <a:ea typeface="PingFang SC Regular" charset="0"/>
                <a:cs typeface="PingFang SC Regular" charset="0"/>
                <a:sym typeface="Liberation Sans Regular" charset="0"/>
              </a:rPr>
              <a:t>OpenFoam</a:t>
            </a:r>
            <a:r>
              <a:rPr kumimoji="0" lang="de-DE" sz="3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iberation Sans Regular" charset="0"/>
                <a:ea typeface="PingFang SC Regular" charset="0"/>
                <a:cs typeface="PingFang SC Regular" charset="0"/>
                <a:sym typeface="Liberation Sans Regular" charset="0"/>
              </a:rPr>
              <a:t> native </a:t>
            </a:r>
            <a:r>
              <a:rPr kumimoji="0" lang="de-DE" sz="3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Liberation Sans Regular" charset="0"/>
                <a:ea typeface="PingFang SC Regular" charset="0"/>
                <a:cs typeface="PingFang SC Regular" charset="0"/>
                <a:sym typeface="Liberation Sans Regular" charset="0"/>
              </a:rPr>
              <a:t>solver</a:t>
            </a:r>
            <a:endParaRPr kumimoji="0" lang="de-DE" sz="3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Liberation Sans Regular" charset="0"/>
              <a:ea typeface="PingFang SC Regular" charset="0"/>
              <a:cs typeface="PingFang SC Regular" charset="0"/>
              <a:sym typeface="Liberation Sans Regular" charset="0"/>
            </a:endParaRPr>
          </a:p>
        </p:txBody>
      </p:sp>
      <p:sp>
        <p:nvSpPr>
          <p:cNvPr id="2" name="Flussdiagramm: Prozess 1">
            <a:extLst>
              <a:ext uri="{FF2B5EF4-FFF2-40B4-BE49-F238E27FC236}">
                <a16:creationId xmlns:a16="http://schemas.microsoft.com/office/drawing/2014/main" id="{97664FD8-ED3D-68E3-9A35-377B0502F828}"/>
              </a:ext>
            </a:extLst>
          </p:cNvPr>
          <p:cNvSpPr/>
          <p:nvPr/>
        </p:nvSpPr>
        <p:spPr bwMode="auto">
          <a:xfrm>
            <a:off x="443396" y="2019300"/>
            <a:ext cx="20474608" cy="1689652"/>
          </a:xfrm>
          <a:prstGeom prst="flowChartProcess">
            <a:avLst/>
          </a:prstGeom>
          <a:solidFill>
            <a:schemeClr val="accent2">
              <a:lumMod val="60000"/>
              <a:lumOff val="40000"/>
            </a:schemeClr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sz="3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iberation Sans Regular" charset="0"/>
                <a:ea typeface="PingFang SC Regular" charset="0"/>
                <a:cs typeface="PingFang SC Regular" charset="0"/>
                <a:sym typeface="Liberation Sans Regular" charset="0"/>
              </a:rPr>
              <a:t>Theory </a:t>
            </a:r>
            <a:r>
              <a:rPr kumimoji="0" lang="de-DE" sz="3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Liberation Sans Regular" charset="0"/>
                <a:ea typeface="PingFang SC Regular" charset="0"/>
                <a:cs typeface="PingFang SC Regular" charset="0"/>
                <a:sym typeface="Liberation Sans Regular" charset="0"/>
              </a:rPr>
              <a:t>of</a:t>
            </a:r>
            <a:r>
              <a:rPr kumimoji="0" lang="de-DE" sz="3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iberation Sans Regular" charset="0"/>
                <a:ea typeface="PingFang SC Regular" charset="0"/>
                <a:cs typeface="PingFang SC Regular" charset="0"/>
                <a:sym typeface="Liberation Sans Regular" charset="0"/>
              </a:rPr>
              <a:t> </a:t>
            </a:r>
            <a:r>
              <a:rPr kumimoji="0" lang="de-DE" sz="3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Liberation Sans Regular" charset="0"/>
                <a:ea typeface="PingFang SC Regular" charset="0"/>
                <a:cs typeface="PingFang SC Regular" charset="0"/>
                <a:sym typeface="Liberation Sans Regular" charset="0"/>
              </a:rPr>
              <a:t>hypersonicflows</a:t>
            </a:r>
            <a:r>
              <a:rPr kumimoji="0" lang="de-DE" sz="3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iberation Sans Regular" charset="0"/>
                <a:ea typeface="PingFang SC Regular" charset="0"/>
                <a:cs typeface="PingFang SC Regular" charset="0"/>
                <a:sym typeface="Liberation Sans Regular" charset="0"/>
              </a:rPr>
              <a:t> in a </a:t>
            </a:r>
            <a:r>
              <a:rPr kumimoji="0" lang="de-DE" sz="3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Liberation Sans Regular" charset="0"/>
                <a:ea typeface="PingFang SC Regular" charset="0"/>
                <a:cs typeface="PingFang SC Regular" charset="0"/>
                <a:sym typeface="Liberation Sans Regular" charset="0"/>
              </a:rPr>
              <a:t>reentry</a:t>
            </a:r>
            <a:r>
              <a:rPr kumimoji="0" lang="de-DE" sz="3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iberation Sans Regular" charset="0"/>
                <a:ea typeface="PingFang SC Regular" charset="0"/>
                <a:cs typeface="PingFang SC Regular" charset="0"/>
                <a:sym typeface="Liberation Sans Regular" charset="0"/>
              </a:rPr>
              <a:t> </a:t>
            </a:r>
            <a:r>
              <a:rPr kumimoji="0" lang="de-DE" sz="3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Liberation Sans Regular" charset="0"/>
                <a:ea typeface="PingFang SC Regular" charset="0"/>
                <a:cs typeface="PingFang SC Regular" charset="0"/>
                <a:sym typeface="Liberation Sans Regular" charset="0"/>
              </a:rPr>
              <a:t>situation</a:t>
            </a:r>
            <a:r>
              <a:rPr kumimoji="0" lang="de-DE" sz="3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iberation Sans Regular" charset="0"/>
                <a:ea typeface="PingFang SC Regular" charset="0"/>
                <a:cs typeface="PingFang SC Regular" charset="0"/>
                <a:sym typeface="Liberation Sans Regular" charset="0"/>
              </a:rPr>
              <a:t> </a:t>
            </a:r>
          </a:p>
        </p:txBody>
      </p: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3F8030EA-5A62-0CC6-01A3-EFCD72152EA4}"/>
              </a:ext>
            </a:extLst>
          </p:cNvPr>
          <p:cNvGrpSpPr/>
          <p:nvPr/>
        </p:nvGrpSpPr>
        <p:grpSpPr>
          <a:xfrm rot="10129846">
            <a:off x="18447027" y="5294469"/>
            <a:ext cx="1928191" cy="2135257"/>
            <a:chOff x="11589026" y="4532243"/>
            <a:chExt cx="1928191" cy="2135257"/>
          </a:xfrm>
        </p:grpSpPr>
        <p:sp>
          <p:nvSpPr>
            <p:cNvPr id="9" name="Bogen 8">
              <a:extLst>
                <a:ext uri="{FF2B5EF4-FFF2-40B4-BE49-F238E27FC236}">
                  <a16:creationId xmlns:a16="http://schemas.microsoft.com/office/drawing/2014/main" id="{ED860EB8-3DE2-5CB5-DC4D-A67FD3CA635A}"/>
                </a:ext>
              </a:extLst>
            </p:cNvPr>
            <p:cNvSpPr/>
            <p:nvPr/>
          </p:nvSpPr>
          <p:spPr bwMode="auto">
            <a:xfrm>
              <a:off x="11589026" y="4532243"/>
              <a:ext cx="1928191" cy="2135257"/>
            </a:xfrm>
            <a:prstGeom prst="arc">
              <a:avLst/>
            </a:prstGeom>
            <a:solidFill>
              <a:schemeClr val="accent1"/>
            </a:solidFill>
            <a:ln w="2540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e-DE" sz="3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Liberation Sans Regular" charset="0"/>
                <a:ea typeface="PingFang SC Regular" charset="0"/>
                <a:cs typeface="PingFang SC Regular" charset="0"/>
                <a:sym typeface="Liberation Sans Regular" charset="0"/>
              </a:endParaRPr>
            </a:p>
          </p:txBody>
        </p:sp>
        <p:sp>
          <p:nvSpPr>
            <p:cNvPr id="10" name="Gleichschenkliges Dreieck 9">
              <a:extLst>
                <a:ext uri="{FF2B5EF4-FFF2-40B4-BE49-F238E27FC236}">
                  <a16:creationId xmlns:a16="http://schemas.microsoft.com/office/drawing/2014/main" id="{1B050F2A-5023-53DE-9A8F-CBDF342AD13B}"/>
                </a:ext>
              </a:extLst>
            </p:cNvPr>
            <p:cNvSpPr/>
            <p:nvPr/>
          </p:nvSpPr>
          <p:spPr bwMode="auto">
            <a:xfrm rot="13771913">
              <a:off x="11939881" y="4927136"/>
              <a:ext cx="1472735" cy="942009"/>
            </a:xfrm>
            <a:prstGeom prst="triangle">
              <a:avLst/>
            </a:prstGeom>
            <a:solidFill>
              <a:schemeClr val="accent1"/>
            </a:solidFill>
            <a:ln w="2540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e-DE" sz="3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Liberation Sans Regular" charset="0"/>
                <a:ea typeface="PingFang SC Regular" charset="0"/>
                <a:cs typeface="PingFang SC Regular" charset="0"/>
                <a:sym typeface="Liberation Sans Regular" charset="0"/>
              </a:endParaRPr>
            </a:p>
          </p:txBody>
        </p:sp>
      </p:grpSp>
      <p:sp>
        <p:nvSpPr>
          <p:cNvPr id="12" name="Mond 11">
            <a:extLst>
              <a:ext uri="{FF2B5EF4-FFF2-40B4-BE49-F238E27FC236}">
                <a16:creationId xmlns:a16="http://schemas.microsoft.com/office/drawing/2014/main" id="{14DB2400-8305-D59B-BB21-8A005071B026}"/>
              </a:ext>
            </a:extLst>
          </p:cNvPr>
          <p:cNvSpPr/>
          <p:nvPr/>
        </p:nvSpPr>
        <p:spPr bwMode="auto">
          <a:xfrm rot="18583714">
            <a:off x="18096807" y="6289900"/>
            <a:ext cx="1093304" cy="2226366"/>
          </a:xfrm>
          <a:prstGeom prst="moon">
            <a:avLst/>
          </a:prstGeom>
          <a:solidFill>
            <a:srgbClr val="FFC000"/>
          </a:solidFill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3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Liberation Sans Regular" charset="0"/>
              <a:ea typeface="PingFang SC Regular" charset="0"/>
              <a:cs typeface="PingFang SC Regular" charset="0"/>
              <a:sym typeface="Liberation Sans Regular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8909152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2B4E1C-293A-BE92-2DEC-713011F1B3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FF7DCE1-D256-8CB4-BED3-C5E8DA469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de-DE" dirty="0"/>
              <a:t>Agenda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DAFB720-CE1D-6BAF-B36C-8107E0AB91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765300"/>
            <a:ext cx="21361400" cy="10667999"/>
          </a:xfrm>
        </p:spPr>
        <p:txBody>
          <a:bodyPr/>
          <a:lstStyle/>
          <a:p>
            <a:r>
              <a:rPr lang="en-US" altLang="de-DE" sz="2000" dirty="0">
                <a:latin typeface="Arial" panose="020B0604020202020204" pitchFamily="34" charset="0"/>
              </a:rPr>
              <a:t>  </a:t>
            </a:r>
          </a:p>
        </p:txBody>
      </p:sp>
      <p:sp>
        <p:nvSpPr>
          <p:cNvPr id="6" name="Flussdiagramm: Prozess 5">
            <a:extLst>
              <a:ext uri="{FF2B5EF4-FFF2-40B4-BE49-F238E27FC236}">
                <a16:creationId xmlns:a16="http://schemas.microsoft.com/office/drawing/2014/main" id="{11BA421E-5711-79F7-C38D-E926CC747F63}"/>
              </a:ext>
            </a:extLst>
          </p:cNvPr>
          <p:cNvSpPr/>
          <p:nvPr/>
        </p:nvSpPr>
        <p:spPr bwMode="auto">
          <a:xfrm>
            <a:off x="397566" y="5906604"/>
            <a:ext cx="20474608" cy="1689652"/>
          </a:xfrm>
          <a:prstGeom prst="flowChartProcess">
            <a:avLst/>
          </a:prstGeom>
          <a:solidFill>
            <a:schemeClr val="accent2">
              <a:lumMod val="20000"/>
              <a:lumOff val="80000"/>
            </a:schemeClr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sz="3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iberation Sans Regular" charset="0"/>
                <a:ea typeface="PingFang SC Regular" charset="0"/>
                <a:cs typeface="PingFang SC Regular" charset="0"/>
                <a:sym typeface="Liberation Sans Regular" charset="0"/>
              </a:rPr>
              <a:t>Hy2Foam</a:t>
            </a:r>
          </a:p>
        </p:txBody>
      </p:sp>
      <p:sp>
        <p:nvSpPr>
          <p:cNvPr id="7" name="Flussdiagramm: Prozess 6">
            <a:extLst>
              <a:ext uri="{FF2B5EF4-FFF2-40B4-BE49-F238E27FC236}">
                <a16:creationId xmlns:a16="http://schemas.microsoft.com/office/drawing/2014/main" id="{80EA878C-7AF6-85A5-0125-E93411489A90}"/>
              </a:ext>
            </a:extLst>
          </p:cNvPr>
          <p:cNvSpPr/>
          <p:nvPr/>
        </p:nvSpPr>
        <p:spPr bwMode="auto">
          <a:xfrm>
            <a:off x="397566" y="7850256"/>
            <a:ext cx="20474608" cy="1689652"/>
          </a:xfrm>
          <a:prstGeom prst="flowChartProcess">
            <a:avLst/>
          </a:prstGeom>
          <a:solidFill>
            <a:srgbClr val="7CEB99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de-DE" dirty="0" err="1">
                <a:latin typeface="Liberation Sans Regular" charset="0"/>
                <a:ea typeface="PingFang SC Regular" charset="0"/>
                <a:cs typeface="PingFang SC Regular" charset="0"/>
                <a:sym typeface="Liberation Sans Regular" charset="0"/>
              </a:rPr>
              <a:t>Nose</a:t>
            </a:r>
            <a:r>
              <a:rPr lang="de-DE" dirty="0">
                <a:latin typeface="Liberation Sans Regular" charset="0"/>
                <a:ea typeface="PingFang SC Regular" charset="0"/>
                <a:cs typeface="PingFang SC Regular" charset="0"/>
                <a:sym typeface="Liberation Sans Regular" charset="0"/>
              </a:rPr>
              <a:t> radii </a:t>
            </a:r>
            <a:r>
              <a:rPr lang="de-DE" dirty="0" err="1">
                <a:latin typeface="Liberation Sans Regular" charset="0"/>
                <a:ea typeface="PingFang SC Regular" charset="0"/>
                <a:cs typeface="PingFang SC Regular" charset="0"/>
                <a:sym typeface="Liberation Sans Regular" charset="0"/>
              </a:rPr>
              <a:t>investigation</a:t>
            </a:r>
            <a:endParaRPr kumimoji="0" lang="de-DE" sz="3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Liberation Sans Regular" charset="0"/>
              <a:ea typeface="PingFang SC Regular" charset="0"/>
              <a:cs typeface="PingFang SC Regular" charset="0"/>
              <a:sym typeface="Liberation Sans Regular" charset="0"/>
            </a:endParaRPr>
          </a:p>
        </p:txBody>
      </p:sp>
      <p:sp>
        <p:nvSpPr>
          <p:cNvPr id="8" name="Flussdiagramm: Prozess 7">
            <a:extLst>
              <a:ext uri="{FF2B5EF4-FFF2-40B4-BE49-F238E27FC236}">
                <a16:creationId xmlns:a16="http://schemas.microsoft.com/office/drawing/2014/main" id="{6221BCD8-48C5-A0EA-C670-70BAC2377938}"/>
              </a:ext>
            </a:extLst>
          </p:cNvPr>
          <p:cNvSpPr/>
          <p:nvPr/>
        </p:nvSpPr>
        <p:spPr bwMode="auto">
          <a:xfrm>
            <a:off x="397566" y="9793908"/>
            <a:ext cx="20474608" cy="1689652"/>
          </a:xfrm>
          <a:prstGeom prst="flowChartProcess">
            <a:avLst/>
          </a:prstGeom>
          <a:solidFill>
            <a:srgbClr val="29B95C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sz="3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iberation Sans Regular" charset="0"/>
                <a:ea typeface="PingFang SC Regular" charset="0"/>
                <a:cs typeface="PingFang SC Regular" charset="0"/>
                <a:sym typeface="Liberation Sans Regular" charset="0"/>
              </a:rPr>
              <a:t>Summary</a:t>
            </a:r>
          </a:p>
        </p:txBody>
      </p:sp>
      <p:sp>
        <p:nvSpPr>
          <p:cNvPr id="3" name="Flussdiagramm: Prozess 2">
            <a:extLst>
              <a:ext uri="{FF2B5EF4-FFF2-40B4-BE49-F238E27FC236}">
                <a16:creationId xmlns:a16="http://schemas.microsoft.com/office/drawing/2014/main" id="{1914775B-BCCC-797A-5509-580A5416BCF3}"/>
              </a:ext>
            </a:extLst>
          </p:cNvPr>
          <p:cNvSpPr/>
          <p:nvPr/>
        </p:nvSpPr>
        <p:spPr bwMode="auto">
          <a:xfrm>
            <a:off x="397566" y="3962952"/>
            <a:ext cx="20474608" cy="1689652"/>
          </a:xfrm>
          <a:prstGeom prst="flowChartProcess">
            <a:avLst/>
          </a:prstGeom>
          <a:solidFill>
            <a:schemeClr val="accent2">
              <a:lumMod val="40000"/>
              <a:lumOff val="60000"/>
            </a:schemeClr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sz="3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Liberation Sans Regular" charset="0"/>
                <a:ea typeface="PingFang SC Regular" charset="0"/>
                <a:cs typeface="PingFang SC Regular" charset="0"/>
                <a:sym typeface="Liberation Sans Regular" charset="0"/>
              </a:rPr>
              <a:t>OpenFoam</a:t>
            </a:r>
            <a:r>
              <a:rPr kumimoji="0" lang="de-DE" sz="3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iberation Sans Regular" charset="0"/>
                <a:ea typeface="PingFang SC Regular" charset="0"/>
                <a:cs typeface="PingFang SC Regular" charset="0"/>
                <a:sym typeface="Liberation Sans Regular" charset="0"/>
              </a:rPr>
              <a:t> native </a:t>
            </a:r>
            <a:r>
              <a:rPr kumimoji="0" lang="de-DE" sz="3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Liberation Sans Regular" charset="0"/>
                <a:ea typeface="PingFang SC Regular" charset="0"/>
                <a:cs typeface="PingFang SC Regular" charset="0"/>
                <a:sym typeface="Liberation Sans Regular" charset="0"/>
              </a:rPr>
              <a:t>solver</a:t>
            </a:r>
            <a:endParaRPr kumimoji="0" lang="de-DE" sz="3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Liberation Sans Regular" charset="0"/>
              <a:ea typeface="PingFang SC Regular" charset="0"/>
              <a:cs typeface="PingFang SC Regular" charset="0"/>
              <a:sym typeface="Liberation Sans Regular" charset="0"/>
            </a:endParaRPr>
          </a:p>
        </p:txBody>
      </p:sp>
      <p:sp>
        <p:nvSpPr>
          <p:cNvPr id="2" name="Flussdiagramm: Prozess 1">
            <a:extLst>
              <a:ext uri="{FF2B5EF4-FFF2-40B4-BE49-F238E27FC236}">
                <a16:creationId xmlns:a16="http://schemas.microsoft.com/office/drawing/2014/main" id="{B951BA46-9D94-3843-AF6E-C96AD93E37F8}"/>
              </a:ext>
            </a:extLst>
          </p:cNvPr>
          <p:cNvSpPr/>
          <p:nvPr/>
        </p:nvSpPr>
        <p:spPr bwMode="auto">
          <a:xfrm>
            <a:off x="443396" y="2019300"/>
            <a:ext cx="20474608" cy="1689652"/>
          </a:xfrm>
          <a:prstGeom prst="flowChartProcess">
            <a:avLst/>
          </a:prstGeom>
          <a:solidFill>
            <a:schemeClr val="accent2">
              <a:lumMod val="60000"/>
              <a:lumOff val="40000"/>
            </a:schemeClr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sz="3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iberation Sans Regular" charset="0"/>
                <a:ea typeface="PingFang SC Regular" charset="0"/>
                <a:cs typeface="PingFang SC Regular" charset="0"/>
                <a:sym typeface="Liberation Sans Regular" charset="0"/>
              </a:rPr>
              <a:t>Theory </a:t>
            </a:r>
            <a:r>
              <a:rPr kumimoji="0" lang="de-DE" sz="3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Liberation Sans Regular" charset="0"/>
                <a:ea typeface="PingFang SC Regular" charset="0"/>
                <a:cs typeface="PingFang SC Regular" charset="0"/>
                <a:sym typeface="Liberation Sans Regular" charset="0"/>
              </a:rPr>
              <a:t>of</a:t>
            </a:r>
            <a:r>
              <a:rPr kumimoji="0" lang="de-DE" sz="3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iberation Sans Regular" charset="0"/>
                <a:ea typeface="PingFang SC Regular" charset="0"/>
                <a:cs typeface="PingFang SC Regular" charset="0"/>
                <a:sym typeface="Liberation Sans Regular" charset="0"/>
              </a:rPr>
              <a:t> </a:t>
            </a:r>
            <a:r>
              <a:rPr kumimoji="0" lang="de-DE" sz="3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Liberation Sans Regular" charset="0"/>
                <a:ea typeface="PingFang SC Regular" charset="0"/>
                <a:cs typeface="PingFang SC Regular" charset="0"/>
                <a:sym typeface="Liberation Sans Regular" charset="0"/>
              </a:rPr>
              <a:t>hypersonicflows</a:t>
            </a:r>
            <a:r>
              <a:rPr kumimoji="0" lang="de-DE" sz="3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iberation Sans Regular" charset="0"/>
                <a:ea typeface="PingFang SC Regular" charset="0"/>
                <a:cs typeface="PingFang SC Regular" charset="0"/>
                <a:sym typeface="Liberation Sans Regular" charset="0"/>
              </a:rPr>
              <a:t> in a </a:t>
            </a:r>
            <a:r>
              <a:rPr kumimoji="0" lang="de-DE" sz="3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Liberation Sans Regular" charset="0"/>
                <a:ea typeface="PingFang SC Regular" charset="0"/>
                <a:cs typeface="PingFang SC Regular" charset="0"/>
                <a:sym typeface="Liberation Sans Regular" charset="0"/>
              </a:rPr>
              <a:t>reentry</a:t>
            </a:r>
            <a:r>
              <a:rPr kumimoji="0" lang="de-DE" sz="3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iberation Sans Regular" charset="0"/>
                <a:ea typeface="PingFang SC Regular" charset="0"/>
                <a:cs typeface="PingFang SC Regular" charset="0"/>
                <a:sym typeface="Liberation Sans Regular" charset="0"/>
              </a:rPr>
              <a:t> </a:t>
            </a:r>
            <a:r>
              <a:rPr kumimoji="0" lang="de-DE" sz="3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Liberation Sans Regular" charset="0"/>
                <a:ea typeface="PingFang SC Regular" charset="0"/>
                <a:cs typeface="PingFang SC Regular" charset="0"/>
                <a:sym typeface="Liberation Sans Regular" charset="0"/>
              </a:rPr>
              <a:t>situation</a:t>
            </a:r>
            <a:r>
              <a:rPr kumimoji="0" lang="de-DE" sz="3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iberation Sans Regular" charset="0"/>
                <a:ea typeface="PingFang SC Regular" charset="0"/>
                <a:cs typeface="PingFang SC Regular" charset="0"/>
                <a:sym typeface="Liberation Sans Regular" charset="0"/>
              </a:rPr>
              <a:t> </a:t>
            </a:r>
          </a:p>
        </p:txBody>
      </p: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DDE618FB-4E70-AE51-50D5-B493D105FD18}"/>
              </a:ext>
            </a:extLst>
          </p:cNvPr>
          <p:cNvGrpSpPr/>
          <p:nvPr/>
        </p:nvGrpSpPr>
        <p:grpSpPr>
          <a:xfrm rot="7961678">
            <a:off x="18546418" y="7155799"/>
            <a:ext cx="1928191" cy="2135257"/>
            <a:chOff x="11574416" y="4545722"/>
            <a:chExt cx="1928191" cy="2135257"/>
          </a:xfrm>
        </p:grpSpPr>
        <p:sp>
          <p:nvSpPr>
            <p:cNvPr id="9" name="Bogen 8">
              <a:extLst>
                <a:ext uri="{FF2B5EF4-FFF2-40B4-BE49-F238E27FC236}">
                  <a16:creationId xmlns:a16="http://schemas.microsoft.com/office/drawing/2014/main" id="{250F707F-B436-4882-2436-FA01C51079A6}"/>
                </a:ext>
              </a:extLst>
            </p:cNvPr>
            <p:cNvSpPr/>
            <p:nvPr/>
          </p:nvSpPr>
          <p:spPr bwMode="auto">
            <a:xfrm>
              <a:off x="11574416" y="4545722"/>
              <a:ext cx="1928191" cy="2135257"/>
            </a:xfrm>
            <a:prstGeom prst="arc">
              <a:avLst/>
            </a:prstGeom>
            <a:solidFill>
              <a:schemeClr val="bg2">
                <a:lumMod val="75000"/>
              </a:schemeClr>
            </a:solidFill>
            <a:ln w="2540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e-DE" sz="3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iberation Sans Regular" charset="0"/>
                <a:ea typeface="PingFang SC Regular" charset="0"/>
                <a:cs typeface="PingFang SC Regular" charset="0"/>
                <a:sym typeface="Liberation Sans Regular" charset="0"/>
              </a:endParaRPr>
            </a:p>
          </p:txBody>
        </p:sp>
        <p:sp>
          <p:nvSpPr>
            <p:cNvPr id="10" name="Gleichschenkliges Dreieck 9">
              <a:extLst>
                <a:ext uri="{FF2B5EF4-FFF2-40B4-BE49-F238E27FC236}">
                  <a16:creationId xmlns:a16="http://schemas.microsoft.com/office/drawing/2014/main" id="{1833C264-E152-46FC-6B1C-7D32C5E54BF3}"/>
                </a:ext>
              </a:extLst>
            </p:cNvPr>
            <p:cNvSpPr/>
            <p:nvPr/>
          </p:nvSpPr>
          <p:spPr bwMode="auto">
            <a:xfrm rot="13771913">
              <a:off x="11939881" y="4927136"/>
              <a:ext cx="1472735" cy="942009"/>
            </a:xfrm>
            <a:prstGeom prst="triangle">
              <a:avLst/>
            </a:prstGeom>
            <a:solidFill>
              <a:schemeClr val="accent1"/>
            </a:solidFill>
            <a:ln w="2540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e-DE" sz="3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Liberation Sans Regular" charset="0"/>
                <a:ea typeface="PingFang SC Regular" charset="0"/>
                <a:cs typeface="PingFang SC Regular" charset="0"/>
                <a:sym typeface="Liberation Sans Regular" charset="0"/>
              </a:endParaRPr>
            </a:p>
          </p:txBody>
        </p:sp>
      </p:grpSp>
      <p:sp>
        <p:nvSpPr>
          <p:cNvPr id="12" name="Teilkreis 11">
            <a:extLst>
              <a:ext uri="{FF2B5EF4-FFF2-40B4-BE49-F238E27FC236}">
                <a16:creationId xmlns:a16="http://schemas.microsoft.com/office/drawing/2014/main" id="{CDEFA83D-A050-8882-0D33-7C5DC10D238B}"/>
              </a:ext>
            </a:extLst>
          </p:cNvPr>
          <p:cNvSpPr/>
          <p:nvPr/>
        </p:nvSpPr>
        <p:spPr bwMode="auto">
          <a:xfrm rot="10800000">
            <a:off x="17835942" y="6440505"/>
            <a:ext cx="3478695" cy="1689652"/>
          </a:xfrm>
          <a:prstGeom prst="pie">
            <a:avLst>
              <a:gd name="adj1" fmla="val 0"/>
              <a:gd name="adj2" fmla="val 10813709"/>
            </a:avLst>
          </a:prstGeom>
          <a:solidFill>
            <a:srgbClr val="FF00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3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Liberation Sans Regular" charset="0"/>
              <a:ea typeface="PingFang SC Regular" charset="0"/>
              <a:cs typeface="PingFang SC Regular" charset="0"/>
              <a:sym typeface="Liberation Sans Regular" charset="0"/>
            </a:endParaRPr>
          </a:p>
        </p:txBody>
      </p: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81245918-C8CA-B0AE-1BA3-D2FC446F5354}"/>
              </a:ext>
            </a:extLst>
          </p:cNvPr>
          <p:cNvCxnSpPr>
            <a:stCxn id="12" idx="2"/>
            <a:endCxn id="10" idx="0"/>
          </p:cNvCxnSpPr>
          <p:nvPr/>
        </p:nvCxnSpPr>
        <p:spPr bwMode="auto">
          <a:xfrm flipH="1">
            <a:off x="19593590" y="7285331"/>
            <a:ext cx="1721047" cy="714614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16" name="Gerader Verbinder 15">
            <a:extLst>
              <a:ext uri="{FF2B5EF4-FFF2-40B4-BE49-F238E27FC236}">
                <a16:creationId xmlns:a16="http://schemas.microsoft.com/office/drawing/2014/main" id="{DAF87E79-CB93-B586-5C09-B38459C9EAC1}"/>
              </a:ext>
            </a:extLst>
          </p:cNvPr>
          <p:cNvCxnSpPr>
            <a:endCxn id="10" idx="0"/>
          </p:cNvCxnSpPr>
          <p:nvPr/>
        </p:nvCxnSpPr>
        <p:spPr bwMode="auto">
          <a:xfrm>
            <a:off x="17835942" y="7285331"/>
            <a:ext cx="1757648" cy="714614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18" name="Gerader Verbinder 17">
            <a:extLst>
              <a:ext uri="{FF2B5EF4-FFF2-40B4-BE49-F238E27FC236}">
                <a16:creationId xmlns:a16="http://schemas.microsoft.com/office/drawing/2014/main" id="{70E28974-9294-AC17-3BC4-A6216B920AE7}"/>
              </a:ext>
            </a:extLst>
          </p:cNvPr>
          <p:cNvCxnSpPr>
            <a:endCxn id="10" idx="0"/>
          </p:cNvCxnSpPr>
          <p:nvPr/>
        </p:nvCxnSpPr>
        <p:spPr bwMode="auto">
          <a:xfrm>
            <a:off x="19593590" y="7285331"/>
            <a:ext cx="0" cy="714614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2236837411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87D3CC-FC2E-B891-5794-9EB91B9336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444B0EA-90EA-B70A-E51A-9546F02BA3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de-DE" dirty="0"/>
              <a:t>Agenda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2CF6268-035B-2455-7794-D0E98EB869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765300"/>
            <a:ext cx="21361400" cy="10667999"/>
          </a:xfrm>
        </p:spPr>
        <p:txBody>
          <a:bodyPr/>
          <a:lstStyle/>
          <a:p>
            <a:r>
              <a:rPr lang="en-US" altLang="de-DE" sz="2000" dirty="0">
                <a:latin typeface="Arial" panose="020B0604020202020204" pitchFamily="34" charset="0"/>
              </a:rPr>
              <a:t>  </a:t>
            </a:r>
          </a:p>
        </p:txBody>
      </p:sp>
      <p:sp>
        <p:nvSpPr>
          <p:cNvPr id="6" name="Flussdiagramm: Prozess 5">
            <a:extLst>
              <a:ext uri="{FF2B5EF4-FFF2-40B4-BE49-F238E27FC236}">
                <a16:creationId xmlns:a16="http://schemas.microsoft.com/office/drawing/2014/main" id="{BCD5BAB7-F6D3-9152-527E-B4D0AE863E71}"/>
              </a:ext>
            </a:extLst>
          </p:cNvPr>
          <p:cNvSpPr/>
          <p:nvPr/>
        </p:nvSpPr>
        <p:spPr bwMode="auto">
          <a:xfrm>
            <a:off x="397566" y="5906604"/>
            <a:ext cx="20474608" cy="1689652"/>
          </a:xfrm>
          <a:prstGeom prst="flowChartProcess">
            <a:avLst/>
          </a:prstGeom>
          <a:solidFill>
            <a:schemeClr val="accent2">
              <a:lumMod val="20000"/>
              <a:lumOff val="80000"/>
            </a:schemeClr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sz="3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iberation Sans Regular" charset="0"/>
                <a:ea typeface="PingFang SC Regular" charset="0"/>
                <a:cs typeface="PingFang SC Regular" charset="0"/>
                <a:sym typeface="Liberation Sans Regular" charset="0"/>
              </a:rPr>
              <a:t>Hy2Foam</a:t>
            </a:r>
          </a:p>
        </p:txBody>
      </p:sp>
      <p:sp>
        <p:nvSpPr>
          <p:cNvPr id="7" name="Flussdiagramm: Prozess 6">
            <a:extLst>
              <a:ext uri="{FF2B5EF4-FFF2-40B4-BE49-F238E27FC236}">
                <a16:creationId xmlns:a16="http://schemas.microsoft.com/office/drawing/2014/main" id="{4D761623-BF39-5DAE-341A-5F650138F887}"/>
              </a:ext>
            </a:extLst>
          </p:cNvPr>
          <p:cNvSpPr/>
          <p:nvPr/>
        </p:nvSpPr>
        <p:spPr bwMode="auto">
          <a:xfrm>
            <a:off x="397566" y="7850256"/>
            <a:ext cx="20474608" cy="1689652"/>
          </a:xfrm>
          <a:prstGeom prst="flowChartProcess">
            <a:avLst/>
          </a:prstGeom>
          <a:solidFill>
            <a:srgbClr val="7CEB99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de-DE" dirty="0" err="1">
                <a:latin typeface="Liberation Sans Regular" charset="0"/>
                <a:ea typeface="PingFang SC Regular" charset="0"/>
                <a:cs typeface="PingFang SC Regular" charset="0"/>
                <a:sym typeface="Liberation Sans Regular" charset="0"/>
              </a:rPr>
              <a:t>Nose</a:t>
            </a:r>
            <a:r>
              <a:rPr lang="de-DE" dirty="0">
                <a:latin typeface="Liberation Sans Regular" charset="0"/>
                <a:ea typeface="PingFang SC Regular" charset="0"/>
                <a:cs typeface="PingFang SC Regular" charset="0"/>
                <a:sym typeface="Liberation Sans Regular" charset="0"/>
              </a:rPr>
              <a:t> radii </a:t>
            </a:r>
            <a:r>
              <a:rPr lang="de-DE" dirty="0" err="1">
                <a:latin typeface="Liberation Sans Regular" charset="0"/>
                <a:ea typeface="PingFang SC Regular" charset="0"/>
                <a:cs typeface="PingFang SC Regular" charset="0"/>
                <a:sym typeface="Liberation Sans Regular" charset="0"/>
              </a:rPr>
              <a:t>investigation</a:t>
            </a:r>
            <a:endParaRPr kumimoji="0" lang="de-DE" sz="3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Liberation Sans Regular" charset="0"/>
              <a:ea typeface="PingFang SC Regular" charset="0"/>
              <a:cs typeface="PingFang SC Regular" charset="0"/>
              <a:sym typeface="Liberation Sans Regular" charset="0"/>
            </a:endParaRPr>
          </a:p>
        </p:txBody>
      </p:sp>
      <p:sp>
        <p:nvSpPr>
          <p:cNvPr id="8" name="Flussdiagramm: Prozess 7">
            <a:extLst>
              <a:ext uri="{FF2B5EF4-FFF2-40B4-BE49-F238E27FC236}">
                <a16:creationId xmlns:a16="http://schemas.microsoft.com/office/drawing/2014/main" id="{7152826F-CB0A-C49E-A766-489589A243A0}"/>
              </a:ext>
            </a:extLst>
          </p:cNvPr>
          <p:cNvSpPr/>
          <p:nvPr/>
        </p:nvSpPr>
        <p:spPr bwMode="auto">
          <a:xfrm>
            <a:off x="397566" y="9793908"/>
            <a:ext cx="20474608" cy="1689652"/>
          </a:xfrm>
          <a:prstGeom prst="flowChartProcess">
            <a:avLst/>
          </a:prstGeom>
          <a:solidFill>
            <a:srgbClr val="29B95C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sz="3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iberation Sans Regular" charset="0"/>
                <a:ea typeface="PingFang SC Regular" charset="0"/>
                <a:cs typeface="PingFang SC Regular" charset="0"/>
                <a:sym typeface="Liberation Sans Regular" charset="0"/>
              </a:rPr>
              <a:t>Summary</a:t>
            </a:r>
          </a:p>
        </p:txBody>
      </p:sp>
      <p:sp>
        <p:nvSpPr>
          <p:cNvPr id="3" name="Flussdiagramm: Prozess 2">
            <a:extLst>
              <a:ext uri="{FF2B5EF4-FFF2-40B4-BE49-F238E27FC236}">
                <a16:creationId xmlns:a16="http://schemas.microsoft.com/office/drawing/2014/main" id="{AAD4F7FC-C594-2FB4-2872-2F205AE4E4AB}"/>
              </a:ext>
            </a:extLst>
          </p:cNvPr>
          <p:cNvSpPr/>
          <p:nvPr/>
        </p:nvSpPr>
        <p:spPr bwMode="auto">
          <a:xfrm>
            <a:off x="397566" y="3962952"/>
            <a:ext cx="20474608" cy="1689652"/>
          </a:xfrm>
          <a:prstGeom prst="flowChartProcess">
            <a:avLst/>
          </a:prstGeom>
          <a:solidFill>
            <a:schemeClr val="accent2">
              <a:lumMod val="40000"/>
              <a:lumOff val="60000"/>
            </a:schemeClr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sz="3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Liberation Sans Regular" charset="0"/>
                <a:ea typeface="PingFang SC Regular" charset="0"/>
                <a:cs typeface="PingFang SC Regular" charset="0"/>
                <a:sym typeface="Liberation Sans Regular" charset="0"/>
              </a:rPr>
              <a:t>OpenFoam</a:t>
            </a:r>
            <a:r>
              <a:rPr kumimoji="0" lang="de-DE" sz="3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iberation Sans Regular" charset="0"/>
                <a:ea typeface="PingFang SC Regular" charset="0"/>
                <a:cs typeface="PingFang SC Regular" charset="0"/>
                <a:sym typeface="Liberation Sans Regular" charset="0"/>
              </a:rPr>
              <a:t> native </a:t>
            </a:r>
            <a:r>
              <a:rPr kumimoji="0" lang="de-DE" sz="3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Liberation Sans Regular" charset="0"/>
                <a:ea typeface="PingFang SC Regular" charset="0"/>
                <a:cs typeface="PingFang SC Regular" charset="0"/>
                <a:sym typeface="Liberation Sans Regular" charset="0"/>
              </a:rPr>
              <a:t>solver</a:t>
            </a:r>
            <a:endParaRPr kumimoji="0" lang="de-DE" sz="3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Liberation Sans Regular" charset="0"/>
              <a:ea typeface="PingFang SC Regular" charset="0"/>
              <a:cs typeface="PingFang SC Regular" charset="0"/>
              <a:sym typeface="Liberation Sans Regular" charset="0"/>
            </a:endParaRPr>
          </a:p>
        </p:txBody>
      </p:sp>
      <p:sp>
        <p:nvSpPr>
          <p:cNvPr id="2" name="Flussdiagramm: Prozess 1">
            <a:extLst>
              <a:ext uri="{FF2B5EF4-FFF2-40B4-BE49-F238E27FC236}">
                <a16:creationId xmlns:a16="http://schemas.microsoft.com/office/drawing/2014/main" id="{22D171EF-C799-3278-6814-DA711B22461F}"/>
              </a:ext>
            </a:extLst>
          </p:cNvPr>
          <p:cNvSpPr/>
          <p:nvPr/>
        </p:nvSpPr>
        <p:spPr bwMode="auto">
          <a:xfrm>
            <a:off x="443396" y="2019300"/>
            <a:ext cx="20474608" cy="1689652"/>
          </a:xfrm>
          <a:prstGeom prst="flowChartProcess">
            <a:avLst/>
          </a:prstGeom>
          <a:solidFill>
            <a:schemeClr val="accent2">
              <a:lumMod val="60000"/>
              <a:lumOff val="40000"/>
            </a:schemeClr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sz="3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iberation Sans Regular" charset="0"/>
                <a:ea typeface="PingFang SC Regular" charset="0"/>
                <a:cs typeface="PingFang SC Regular" charset="0"/>
                <a:sym typeface="Liberation Sans Regular" charset="0"/>
              </a:rPr>
              <a:t>Theory </a:t>
            </a:r>
            <a:r>
              <a:rPr kumimoji="0" lang="de-DE" sz="3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Liberation Sans Regular" charset="0"/>
                <a:ea typeface="PingFang SC Regular" charset="0"/>
                <a:cs typeface="PingFang SC Regular" charset="0"/>
                <a:sym typeface="Liberation Sans Regular" charset="0"/>
              </a:rPr>
              <a:t>of</a:t>
            </a:r>
            <a:r>
              <a:rPr kumimoji="0" lang="de-DE" sz="3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iberation Sans Regular" charset="0"/>
                <a:ea typeface="PingFang SC Regular" charset="0"/>
                <a:cs typeface="PingFang SC Regular" charset="0"/>
                <a:sym typeface="Liberation Sans Regular" charset="0"/>
              </a:rPr>
              <a:t> </a:t>
            </a:r>
            <a:r>
              <a:rPr kumimoji="0" lang="de-DE" sz="3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Liberation Sans Regular" charset="0"/>
                <a:ea typeface="PingFang SC Regular" charset="0"/>
                <a:cs typeface="PingFang SC Regular" charset="0"/>
                <a:sym typeface="Liberation Sans Regular" charset="0"/>
              </a:rPr>
              <a:t>hypersonicflows</a:t>
            </a:r>
            <a:r>
              <a:rPr kumimoji="0" lang="de-DE" sz="3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iberation Sans Regular" charset="0"/>
                <a:ea typeface="PingFang SC Regular" charset="0"/>
                <a:cs typeface="PingFang SC Regular" charset="0"/>
                <a:sym typeface="Liberation Sans Regular" charset="0"/>
              </a:rPr>
              <a:t> in a </a:t>
            </a:r>
            <a:r>
              <a:rPr kumimoji="0" lang="de-DE" sz="3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Liberation Sans Regular" charset="0"/>
                <a:ea typeface="PingFang SC Regular" charset="0"/>
                <a:cs typeface="PingFang SC Regular" charset="0"/>
                <a:sym typeface="Liberation Sans Regular" charset="0"/>
              </a:rPr>
              <a:t>reentry</a:t>
            </a:r>
            <a:r>
              <a:rPr kumimoji="0" lang="de-DE" sz="3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iberation Sans Regular" charset="0"/>
                <a:ea typeface="PingFang SC Regular" charset="0"/>
                <a:cs typeface="PingFang SC Regular" charset="0"/>
                <a:sym typeface="Liberation Sans Regular" charset="0"/>
              </a:rPr>
              <a:t> </a:t>
            </a:r>
            <a:r>
              <a:rPr kumimoji="0" lang="de-DE" sz="3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Liberation Sans Regular" charset="0"/>
                <a:ea typeface="PingFang SC Regular" charset="0"/>
                <a:cs typeface="PingFang SC Regular" charset="0"/>
                <a:sym typeface="Liberation Sans Regular" charset="0"/>
              </a:rPr>
              <a:t>situation</a:t>
            </a:r>
            <a:r>
              <a:rPr kumimoji="0" lang="de-DE" sz="3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iberation Sans Regular" charset="0"/>
                <a:ea typeface="PingFang SC Regular" charset="0"/>
                <a:cs typeface="PingFang SC Regular" charset="0"/>
                <a:sym typeface="Liberation Sans Regular" charset="0"/>
              </a:rPr>
              <a:t> </a:t>
            </a:r>
          </a:p>
        </p:txBody>
      </p: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4F9F730C-2F00-E247-BE30-8A3AC1944F72}"/>
              </a:ext>
            </a:extLst>
          </p:cNvPr>
          <p:cNvGrpSpPr/>
          <p:nvPr/>
        </p:nvGrpSpPr>
        <p:grpSpPr>
          <a:xfrm rot="10129846">
            <a:off x="18566297" y="9243023"/>
            <a:ext cx="1928191" cy="2135257"/>
            <a:chOff x="11565674" y="4547893"/>
            <a:chExt cx="1928191" cy="2135257"/>
          </a:xfrm>
        </p:grpSpPr>
        <p:sp>
          <p:nvSpPr>
            <p:cNvPr id="9" name="Bogen 8">
              <a:extLst>
                <a:ext uri="{FF2B5EF4-FFF2-40B4-BE49-F238E27FC236}">
                  <a16:creationId xmlns:a16="http://schemas.microsoft.com/office/drawing/2014/main" id="{5D825FD0-F1F6-9CD1-B7DE-E23AFA9D9C31}"/>
                </a:ext>
              </a:extLst>
            </p:cNvPr>
            <p:cNvSpPr/>
            <p:nvPr/>
          </p:nvSpPr>
          <p:spPr bwMode="auto">
            <a:xfrm>
              <a:off x="11565674" y="4547893"/>
              <a:ext cx="1928191" cy="2135257"/>
            </a:xfrm>
            <a:prstGeom prst="arc">
              <a:avLst/>
            </a:prstGeom>
            <a:solidFill>
              <a:schemeClr val="bg2">
                <a:lumMod val="75000"/>
              </a:schemeClr>
            </a:solidFill>
            <a:ln w="2540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e-DE" sz="3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iberation Sans Regular" charset="0"/>
                <a:ea typeface="PingFang SC Regular" charset="0"/>
                <a:cs typeface="PingFang SC Regular" charset="0"/>
                <a:sym typeface="Liberation Sans Regular" charset="0"/>
              </a:endParaRPr>
            </a:p>
          </p:txBody>
        </p:sp>
        <p:sp>
          <p:nvSpPr>
            <p:cNvPr id="10" name="Gleichschenkliges Dreieck 9">
              <a:extLst>
                <a:ext uri="{FF2B5EF4-FFF2-40B4-BE49-F238E27FC236}">
                  <a16:creationId xmlns:a16="http://schemas.microsoft.com/office/drawing/2014/main" id="{E65B12AB-15F4-DEAA-1606-4CEC8960E2EA}"/>
                </a:ext>
              </a:extLst>
            </p:cNvPr>
            <p:cNvSpPr/>
            <p:nvPr/>
          </p:nvSpPr>
          <p:spPr bwMode="auto">
            <a:xfrm rot="13771913">
              <a:off x="11939881" y="4927136"/>
              <a:ext cx="1472735" cy="942009"/>
            </a:xfrm>
            <a:prstGeom prst="triangle">
              <a:avLst/>
            </a:prstGeom>
            <a:solidFill>
              <a:schemeClr val="accent1"/>
            </a:solidFill>
            <a:ln w="2540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e-DE" sz="3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Liberation Sans Regular" charset="0"/>
                <a:ea typeface="PingFang SC Regular" charset="0"/>
                <a:cs typeface="PingFang SC Regular" charset="0"/>
                <a:sym typeface="Liberation Sans Regular" charset="0"/>
              </a:endParaRPr>
            </a:p>
          </p:txBody>
        </p:sp>
      </p:grpSp>
      <p:sp>
        <p:nvSpPr>
          <p:cNvPr id="12" name="Smiley 11">
            <a:extLst>
              <a:ext uri="{FF2B5EF4-FFF2-40B4-BE49-F238E27FC236}">
                <a16:creationId xmlns:a16="http://schemas.microsoft.com/office/drawing/2014/main" id="{CE2735A6-7442-C1A3-ABEE-140848ADEAD0}"/>
              </a:ext>
            </a:extLst>
          </p:cNvPr>
          <p:cNvSpPr/>
          <p:nvPr/>
        </p:nvSpPr>
        <p:spPr bwMode="auto">
          <a:xfrm>
            <a:off x="20298503" y="10515600"/>
            <a:ext cx="364654" cy="270421"/>
          </a:xfrm>
          <a:prstGeom prst="smileyFace">
            <a:avLst/>
          </a:prstGeom>
          <a:solidFill>
            <a:srgbClr val="FF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3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Liberation Sans Regular" charset="0"/>
              <a:ea typeface="PingFang SC Regular" charset="0"/>
              <a:cs typeface="PingFang SC Regular" charset="0"/>
              <a:sym typeface="Liberation Sans Regular" charset="0"/>
            </a:endParaRPr>
          </a:p>
        </p:txBody>
      </p: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0B9E3FD1-F0DF-94D9-7036-AEE751D7A5C8}"/>
              </a:ext>
            </a:extLst>
          </p:cNvPr>
          <p:cNvCxnSpPr>
            <a:stCxn id="12" idx="4"/>
          </p:cNvCxnSpPr>
          <p:nvPr/>
        </p:nvCxnSpPr>
        <p:spPr bwMode="auto">
          <a:xfrm>
            <a:off x="20480830" y="10786021"/>
            <a:ext cx="13657" cy="425318"/>
          </a:xfrm>
          <a:prstGeom prst="line">
            <a:avLst/>
          </a:prstGeom>
          <a:ln>
            <a:headEnd type="non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Gerader Verbinder 15">
            <a:extLst>
              <a:ext uri="{FF2B5EF4-FFF2-40B4-BE49-F238E27FC236}">
                <a16:creationId xmlns:a16="http://schemas.microsoft.com/office/drawing/2014/main" id="{6B0F8348-AA35-5197-24FC-53BE1873A78A}"/>
              </a:ext>
            </a:extLst>
          </p:cNvPr>
          <p:cNvCxnSpPr/>
          <p:nvPr/>
        </p:nvCxnSpPr>
        <p:spPr bwMode="auto">
          <a:xfrm>
            <a:off x="20494487" y="11211339"/>
            <a:ext cx="168670" cy="167282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18" name="Gerader Verbinder 17">
            <a:extLst>
              <a:ext uri="{FF2B5EF4-FFF2-40B4-BE49-F238E27FC236}">
                <a16:creationId xmlns:a16="http://schemas.microsoft.com/office/drawing/2014/main" id="{1FC92437-D5F2-77A7-AF48-82F09FAB84A9}"/>
              </a:ext>
            </a:extLst>
          </p:cNvPr>
          <p:cNvCxnSpPr/>
          <p:nvPr/>
        </p:nvCxnSpPr>
        <p:spPr bwMode="auto">
          <a:xfrm flipH="1">
            <a:off x="20298503" y="11211339"/>
            <a:ext cx="195984" cy="167282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20" name="Gerader Verbinder 19">
            <a:extLst>
              <a:ext uri="{FF2B5EF4-FFF2-40B4-BE49-F238E27FC236}">
                <a16:creationId xmlns:a16="http://schemas.microsoft.com/office/drawing/2014/main" id="{35BCC9D9-2FF4-21B1-D405-CFD5D85F9930}"/>
              </a:ext>
            </a:extLst>
          </p:cNvPr>
          <p:cNvCxnSpPr/>
          <p:nvPr/>
        </p:nvCxnSpPr>
        <p:spPr bwMode="auto">
          <a:xfrm flipH="1" flipV="1">
            <a:off x="20298503" y="10786021"/>
            <a:ext cx="182327" cy="166901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22" name="Gerader Verbinder 21">
            <a:extLst>
              <a:ext uri="{FF2B5EF4-FFF2-40B4-BE49-F238E27FC236}">
                <a16:creationId xmlns:a16="http://schemas.microsoft.com/office/drawing/2014/main" id="{D0C1FCA3-7EEF-A653-C4F8-F6D2640E3EA0}"/>
              </a:ext>
            </a:extLst>
          </p:cNvPr>
          <p:cNvCxnSpPr/>
          <p:nvPr/>
        </p:nvCxnSpPr>
        <p:spPr bwMode="auto">
          <a:xfrm>
            <a:off x="20480830" y="10952922"/>
            <a:ext cx="182327" cy="258417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3627697608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C78868-8D4B-E0D1-B336-1830F491A2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FDBB68B-9B57-E4D6-39FC-1A71BB8918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de-DE" dirty="0"/>
              <a:t>In Summary, simulation of hypersonic flows is complicated!</a:t>
            </a:r>
          </a:p>
        </p:txBody>
      </p:sp>
      <p:pic>
        <p:nvPicPr>
          <p:cNvPr id="9" name="Inhaltsplatzhalter 8" descr="Ein Bild, das Transport, Wasserfahrzeug, draußen, Wasser enthält.&#10;&#10;KI-generierte Inhalte können fehlerhaft sein.">
            <a:extLst>
              <a:ext uri="{FF2B5EF4-FFF2-40B4-BE49-F238E27FC236}">
                <a16:creationId xmlns:a16="http://schemas.microsoft.com/office/drawing/2014/main" id="{ADAD9851-7155-CEFA-CC3C-FF23AFA6D3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972050" y="5199276"/>
            <a:ext cx="7086600" cy="368765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" name="Flussdiagramm: Prozess 1">
            <a:extLst>
              <a:ext uri="{FF2B5EF4-FFF2-40B4-BE49-F238E27FC236}">
                <a16:creationId xmlns:a16="http://schemas.microsoft.com/office/drawing/2014/main" id="{42220A92-03E5-BDD4-3C83-7D8872F19403}"/>
              </a:ext>
            </a:extLst>
          </p:cNvPr>
          <p:cNvSpPr/>
          <p:nvPr/>
        </p:nvSpPr>
        <p:spPr bwMode="auto">
          <a:xfrm>
            <a:off x="9029700" y="2419350"/>
            <a:ext cx="11620500" cy="3257550"/>
          </a:xfrm>
          <a:prstGeom prst="flowChartProcess">
            <a:avLst/>
          </a:prstGeom>
          <a:solidFill>
            <a:schemeClr val="accent1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sz="3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Liberation Sans Regular" charset="0"/>
                <a:ea typeface="PingFang SC Regular" charset="0"/>
                <a:cs typeface="PingFang SC Regular" charset="0"/>
                <a:sym typeface="Liberation Sans Regular" charset="0"/>
              </a:rPr>
              <a:t>What</a:t>
            </a:r>
            <a:r>
              <a:rPr kumimoji="0" lang="de-DE" sz="3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iberation Sans Regular" charset="0"/>
                <a:ea typeface="PingFang SC Regular" charset="0"/>
                <a:cs typeface="PingFang SC Regular" charset="0"/>
                <a:sym typeface="Liberation Sans Regular" charset="0"/>
              </a:rPr>
              <a:t> was </a:t>
            </a:r>
            <a:r>
              <a:rPr kumimoji="0" lang="de-DE" sz="3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Liberation Sans Regular" charset="0"/>
                <a:ea typeface="PingFang SC Regular" charset="0"/>
                <a:cs typeface="PingFang SC Regular" charset="0"/>
                <a:sym typeface="Liberation Sans Regular" charset="0"/>
              </a:rPr>
              <a:t>simulated</a:t>
            </a:r>
            <a:r>
              <a:rPr kumimoji="0" lang="de-DE" sz="3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iberation Sans Regular" charset="0"/>
                <a:ea typeface="PingFang SC Regular" charset="0"/>
                <a:cs typeface="PingFang SC Regular" charset="0"/>
                <a:sym typeface="Liberation Sans Regular" charset="0"/>
              </a:rPr>
              <a:t> in </a:t>
            </a:r>
            <a:r>
              <a:rPr kumimoji="0" lang="de-DE" sz="3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Liberation Sans Regular" charset="0"/>
                <a:ea typeface="PingFang SC Regular" charset="0"/>
                <a:cs typeface="PingFang SC Regular" charset="0"/>
                <a:sym typeface="Liberation Sans Regular" charset="0"/>
              </a:rPr>
              <a:t>rhoCentralFoam</a:t>
            </a:r>
            <a:endParaRPr kumimoji="0" lang="de-DE" sz="3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Liberation Sans Regular" charset="0"/>
              <a:ea typeface="PingFang SC Regular" charset="0"/>
              <a:cs typeface="PingFang SC Regular" charset="0"/>
              <a:sym typeface="Liberation Sans Regular" charset="0"/>
            </a:endParaRPr>
          </a:p>
        </p:txBody>
      </p:sp>
      <p:sp>
        <p:nvSpPr>
          <p:cNvPr id="3" name="Flussdiagramm: Prozess 2">
            <a:extLst>
              <a:ext uri="{FF2B5EF4-FFF2-40B4-BE49-F238E27FC236}">
                <a16:creationId xmlns:a16="http://schemas.microsoft.com/office/drawing/2014/main" id="{BC455FEA-309D-7C51-6BDB-AE11672DC8F7}"/>
              </a:ext>
            </a:extLst>
          </p:cNvPr>
          <p:cNvSpPr/>
          <p:nvPr/>
        </p:nvSpPr>
        <p:spPr bwMode="auto">
          <a:xfrm>
            <a:off x="9029700" y="8886932"/>
            <a:ext cx="11620500" cy="3667124"/>
          </a:xfrm>
          <a:prstGeom prst="flowChartProcess">
            <a:avLst/>
          </a:prstGeom>
          <a:solidFill>
            <a:schemeClr val="accent1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sz="3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Liberation Sans Regular" charset="0"/>
                <a:ea typeface="PingFang SC Regular" charset="0"/>
                <a:cs typeface="PingFang SC Regular" charset="0"/>
                <a:sym typeface="Liberation Sans Regular" charset="0"/>
              </a:rPr>
              <a:t>Results</a:t>
            </a:r>
            <a:r>
              <a:rPr kumimoji="0" lang="de-DE" sz="3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iberation Sans Regular" charset="0"/>
                <a:ea typeface="PingFang SC Regular" charset="0"/>
                <a:cs typeface="PingFang SC Regular" charset="0"/>
                <a:sym typeface="Liberation Sans Regular" charset="0"/>
              </a:rPr>
              <a:t> </a:t>
            </a:r>
            <a:r>
              <a:rPr kumimoji="0" lang="de-DE" sz="3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Liberation Sans Regular" charset="0"/>
                <a:ea typeface="PingFang SC Regular" charset="0"/>
                <a:cs typeface="PingFang SC Regular" charset="0"/>
                <a:sym typeface="Liberation Sans Regular" charset="0"/>
              </a:rPr>
              <a:t>of</a:t>
            </a:r>
            <a:r>
              <a:rPr kumimoji="0" lang="de-DE" sz="3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iberation Sans Regular" charset="0"/>
                <a:ea typeface="PingFang SC Regular" charset="0"/>
                <a:cs typeface="PingFang SC Regular" charset="0"/>
                <a:sym typeface="Liberation Sans Regular" charset="0"/>
              </a:rPr>
              <a:t> radii </a:t>
            </a:r>
            <a:r>
              <a:rPr kumimoji="0" lang="de-DE" sz="3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Liberation Sans Regular" charset="0"/>
                <a:ea typeface="PingFang SC Regular" charset="0"/>
                <a:cs typeface="PingFang SC Regular" charset="0"/>
                <a:sym typeface="Liberation Sans Regular" charset="0"/>
              </a:rPr>
              <a:t>investigations</a:t>
            </a:r>
            <a:endParaRPr kumimoji="0" lang="de-DE" sz="3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Liberation Sans Regular" charset="0"/>
              <a:ea typeface="PingFang SC Regular" charset="0"/>
              <a:cs typeface="PingFang SC Regular" charset="0"/>
              <a:sym typeface="Liberation Sans Regular" charset="0"/>
            </a:endParaRPr>
          </a:p>
        </p:txBody>
      </p:sp>
      <p:sp>
        <p:nvSpPr>
          <p:cNvPr id="6" name="Flussdiagramm: Prozess 5">
            <a:extLst>
              <a:ext uri="{FF2B5EF4-FFF2-40B4-BE49-F238E27FC236}">
                <a16:creationId xmlns:a16="http://schemas.microsoft.com/office/drawing/2014/main" id="{3DAC5E52-08CF-1BBD-148F-5CFACD4EAC68}"/>
              </a:ext>
            </a:extLst>
          </p:cNvPr>
          <p:cNvSpPr/>
          <p:nvPr/>
        </p:nvSpPr>
        <p:spPr bwMode="auto">
          <a:xfrm>
            <a:off x="1016000" y="2419350"/>
            <a:ext cx="5562600" cy="2524124"/>
          </a:xfrm>
          <a:prstGeom prst="flowChartProcess">
            <a:avLst/>
          </a:prstGeom>
          <a:solidFill>
            <a:schemeClr val="accent1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sz="3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Liberation Sans Regular" charset="0"/>
                <a:ea typeface="PingFang SC Regular" charset="0"/>
                <a:cs typeface="PingFang SC Regular" charset="0"/>
                <a:sym typeface="Liberation Sans Regular" charset="0"/>
              </a:rPr>
              <a:t>Why</a:t>
            </a:r>
            <a:r>
              <a:rPr kumimoji="0" lang="de-DE" sz="3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iberation Sans Regular" charset="0"/>
                <a:ea typeface="PingFang SC Regular" charset="0"/>
                <a:cs typeface="PingFang SC Regular" charset="0"/>
                <a:sym typeface="Liberation Sans Regular" charset="0"/>
              </a:rPr>
              <a:t> </a:t>
            </a:r>
            <a:r>
              <a:rPr kumimoji="0" lang="de-DE" sz="3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Liberation Sans Regular" charset="0"/>
                <a:ea typeface="PingFang SC Regular" charset="0"/>
                <a:cs typeface="PingFang SC Regular" charset="0"/>
                <a:sym typeface="Liberation Sans Regular" charset="0"/>
              </a:rPr>
              <a:t>rhoCentralFoam</a:t>
            </a:r>
            <a:endParaRPr kumimoji="0" lang="de-DE" sz="3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Liberation Sans Regular" charset="0"/>
              <a:ea typeface="PingFang SC Regular" charset="0"/>
              <a:cs typeface="PingFang SC Regular" charset="0"/>
              <a:sym typeface="Liberation Sans Regular" charset="0"/>
            </a:endParaRPr>
          </a:p>
        </p:txBody>
      </p:sp>
      <p:sp>
        <p:nvSpPr>
          <p:cNvPr id="7" name="Flussdiagramm: Prozess 6">
            <a:extLst>
              <a:ext uri="{FF2B5EF4-FFF2-40B4-BE49-F238E27FC236}">
                <a16:creationId xmlns:a16="http://schemas.microsoft.com/office/drawing/2014/main" id="{FD550A0E-F58F-3A27-BB1C-5A09E7D57C25}"/>
              </a:ext>
            </a:extLst>
          </p:cNvPr>
          <p:cNvSpPr/>
          <p:nvPr/>
        </p:nvSpPr>
        <p:spPr bwMode="auto">
          <a:xfrm>
            <a:off x="1016000" y="8886932"/>
            <a:ext cx="5562600" cy="2524124"/>
          </a:xfrm>
          <a:prstGeom prst="flowChartProcess">
            <a:avLst/>
          </a:prstGeom>
          <a:solidFill>
            <a:schemeClr val="accent1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sz="3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Liberation Sans Regular" charset="0"/>
                <a:ea typeface="PingFang SC Regular" charset="0"/>
                <a:cs typeface="PingFang SC Regular" charset="0"/>
                <a:sym typeface="Liberation Sans Regular" charset="0"/>
              </a:rPr>
              <a:t>What</a:t>
            </a:r>
            <a:r>
              <a:rPr lang="de-DE" dirty="0">
                <a:latin typeface="Liberation Sans Regular" charset="0"/>
                <a:ea typeface="PingFang SC Regular" charset="0"/>
                <a:cs typeface="PingFang SC Regular" charset="0"/>
                <a:sym typeface="Liberation Sans Regular" charset="0"/>
              </a:rPr>
              <a:t> was </a:t>
            </a:r>
            <a:r>
              <a:rPr lang="de-DE" dirty="0" err="1">
                <a:latin typeface="Liberation Sans Regular" charset="0"/>
                <a:ea typeface="PingFang SC Regular" charset="0"/>
                <a:cs typeface="PingFang SC Regular" charset="0"/>
                <a:sym typeface="Liberation Sans Regular" charset="0"/>
              </a:rPr>
              <a:t>done</a:t>
            </a:r>
            <a:r>
              <a:rPr lang="de-DE" dirty="0">
                <a:latin typeface="Liberation Sans Regular" charset="0"/>
                <a:ea typeface="PingFang SC Regular" charset="0"/>
                <a:cs typeface="PingFang SC Regular" charset="0"/>
                <a:sym typeface="Liberation Sans Regular" charset="0"/>
              </a:rPr>
              <a:t> </a:t>
            </a:r>
            <a:r>
              <a:rPr lang="de-DE" dirty="0" err="1">
                <a:latin typeface="Liberation Sans Regular" charset="0"/>
                <a:ea typeface="PingFang SC Regular" charset="0"/>
                <a:cs typeface="PingFang SC Regular" charset="0"/>
                <a:sym typeface="Liberation Sans Regular" charset="0"/>
              </a:rPr>
              <a:t>for</a:t>
            </a:r>
            <a:r>
              <a:rPr lang="de-DE" dirty="0">
                <a:latin typeface="Liberation Sans Regular" charset="0"/>
                <a:ea typeface="PingFang SC Regular" charset="0"/>
                <a:cs typeface="PingFang SC Regular" charset="0"/>
                <a:sym typeface="Liberation Sans Regular" charset="0"/>
              </a:rPr>
              <a:t> radii </a:t>
            </a:r>
            <a:r>
              <a:rPr lang="de-DE" dirty="0" err="1">
                <a:latin typeface="Liberation Sans Regular" charset="0"/>
                <a:ea typeface="PingFang SC Regular" charset="0"/>
                <a:cs typeface="PingFang SC Regular" charset="0"/>
                <a:sym typeface="Liberation Sans Regular" charset="0"/>
              </a:rPr>
              <a:t>investigations</a:t>
            </a:r>
            <a:endParaRPr kumimoji="0" lang="de-DE" sz="3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Liberation Sans Regular" charset="0"/>
              <a:ea typeface="PingFang SC Regular" charset="0"/>
              <a:cs typeface="PingFang SC Regular" charset="0"/>
              <a:sym typeface="Liberation Sans Regular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2777676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8DCDA7-495D-1722-903A-2FB96650AF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E7B0153-BE70-A400-EE64-E9C8B27C8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de-DE" dirty="0"/>
              <a:t>Appendix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BE25CB0-D516-D479-CB72-342B7E8AAE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de-DE" sz="2000" dirty="0">
                <a:latin typeface="Arial" panose="020B0604020202020204" pitchFamily="34" charset="0"/>
              </a:rPr>
              <a:t>Resources:</a:t>
            </a:r>
          </a:p>
          <a:p>
            <a:pPr marL="1031875" indent="-457200">
              <a:buAutoNum type="arabicPeriod"/>
            </a:pPr>
            <a:r>
              <a:rPr lang="en-US" altLang="de-DE" sz="2000" dirty="0">
                <a:latin typeface="Arial" panose="020B0604020202020204" pitchFamily="34" charset="0"/>
              </a:rPr>
              <a:t>Space shuttle reentry curve: 21.07.2025 11:10Uhr </a:t>
            </a:r>
            <a:r>
              <a:rPr lang="en-US" altLang="de-DE" sz="2000" dirty="0">
                <a:latin typeface="Arial" panose="020B0604020202020204" pitchFamily="34" charset="0"/>
                <a:hlinkClick r:id="rId2"/>
              </a:rPr>
              <a:t>https://www.researchgate.net/publication/320598271_Aerothermodynamic_Optimization_of_Aerospace_Plane_Airfoil_Leading_Edge/figures</a:t>
            </a:r>
            <a:endParaRPr lang="en-US" altLang="de-DE" sz="2000" dirty="0">
              <a:latin typeface="Arial" panose="020B0604020202020204" pitchFamily="34" charset="0"/>
            </a:endParaRPr>
          </a:p>
          <a:p>
            <a:pPr marL="1031875" indent="-457200">
              <a:buAutoNum type="arabicPeriod"/>
            </a:pPr>
            <a:r>
              <a:rPr lang="en-US" altLang="de-DE" sz="2000" dirty="0">
                <a:latin typeface="Arial" panose="020B0604020202020204" pitchFamily="34" charset="0"/>
              </a:rPr>
              <a:t>Plasma on apollo capsule: 21.07.2025 11:41Uhr</a:t>
            </a:r>
          </a:p>
          <a:p>
            <a:r>
              <a:rPr lang="en-US" altLang="de-DE" sz="2000" dirty="0">
                <a:latin typeface="Arial" panose="020B0604020202020204" pitchFamily="34" charset="0"/>
              </a:rPr>
              <a:t>	  </a:t>
            </a:r>
            <a:r>
              <a:rPr lang="en-US" altLang="de-DE" sz="2000" dirty="0">
                <a:latin typeface="Arial" panose="020B0604020202020204" pitchFamily="34" charset="0"/>
                <a:hlinkClick r:id="rId3"/>
              </a:rPr>
              <a:t>https://www.sciencephoto.com/media/239615/view/apollo-16-re-entry</a:t>
            </a:r>
            <a:endParaRPr lang="en-US" altLang="de-DE" sz="2000" dirty="0">
              <a:latin typeface="Arial" panose="020B0604020202020204" pitchFamily="34" charset="0"/>
            </a:endParaRPr>
          </a:p>
          <a:p>
            <a:pPr marL="1031875" indent="-457200">
              <a:buAutoNum type="arabicPeriod" startAt="3"/>
            </a:pPr>
            <a:r>
              <a:rPr lang="en-US" altLang="de-DE" sz="2000" dirty="0">
                <a:latin typeface="Arial" panose="020B0604020202020204" pitchFamily="34" charset="0"/>
              </a:rPr>
              <a:t>Composition of the atmosphere: 21.07.2025 11:46Uhr</a:t>
            </a:r>
          </a:p>
          <a:p>
            <a:r>
              <a:rPr lang="en-US" altLang="de-DE" sz="2000" dirty="0">
                <a:latin typeface="Arial" panose="020B0604020202020204" pitchFamily="34" charset="0"/>
              </a:rPr>
              <a:t>	  </a:t>
            </a:r>
            <a:r>
              <a:rPr lang="en-US" altLang="de-DE" sz="2000" dirty="0">
                <a:latin typeface="Arial" panose="020B0604020202020204" pitchFamily="34" charset="0"/>
                <a:hlinkClick r:id="rId4"/>
              </a:rPr>
              <a:t>https://www.geeksforgeeks.org/social-science/composition-and-structure-of-earth-atmosphere/</a:t>
            </a:r>
            <a:endParaRPr lang="en-US" altLang="de-DE" sz="2000" dirty="0">
              <a:latin typeface="Arial" panose="020B0604020202020204" pitchFamily="34" charset="0"/>
            </a:endParaRPr>
          </a:p>
          <a:p>
            <a:pPr marL="1031875" indent="-457200">
              <a:buAutoNum type="arabicPeriod" startAt="4"/>
            </a:pPr>
            <a:r>
              <a:rPr lang="en-US" altLang="de-DE" sz="2000" dirty="0">
                <a:latin typeface="Arial" panose="020B0604020202020204" pitchFamily="34" charset="0"/>
              </a:rPr>
              <a:t>Landed reentry capsule: 21.07.2025 12:40Uhr</a:t>
            </a:r>
          </a:p>
          <a:p>
            <a:pPr lvl="1" indent="0">
              <a:buNone/>
            </a:pPr>
            <a:r>
              <a:rPr lang="en-US" altLang="de-DE" sz="2000" dirty="0">
                <a:latin typeface="Arial" panose="020B0604020202020204" pitchFamily="34" charset="0"/>
              </a:rPr>
              <a:t>  </a:t>
            </a:r>
            <a:r>
              <a:rPr lang="en-US" altLang="de-DE" sz="2000" dirty="0">
                <a:latin typeface="Arial" panose="020B0604020202020204" pitchFamily="34" charset="0"/>
                <a:hlinkClick r:id="rId5"/>
              </a:rPr>
              <a:t>https://www.scmuseum.org/learn/deeper-dive-series/capturing-history-apollo-11-splashdown</a:t>
            </a:r>
            <a:endParaRPr lang="en-US" altLang="de-DE" sz="2000" dirty="0">
              <a:latin typeface="Arial" panose="020B0604020202020204" pitchFamily="34" charset="0"/>
            </a:endParaRPr>
          </a:p>
          <a:p>
            <a:pPr lvl="1" indent="0">
              <a:buNone/>
            </a:pPr>
            <a:endParaRPr lang="en-US" altLang="de-DE" sz="20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2456481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Default Theme">
  <a:themeElements>
    <a:clrScheme name="Title Slid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 xmlns="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8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Liberation Sans Regular" charset="0"/>
            <a:ea typeface="PingFang SC Regular" charset="0"/>
            <a:cs typeface="PingFang SC Regular" charset="0"/>
            <a:sym typeface="Liberation Sans Regular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 xmlns="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8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Liberation Sans Regular" charset="0"/>
            <a:ea typeface="PingFang SC Regular" charset="0"/>
            <a:cs typeface="PingFang SC Regular" charset="0"/>
            <a:sym typeface="Liberation Sans Regular" charset="0"/>
          </a:defRPr>
        </a:defPPr>
      </a:lstStyle>
    </a:lnDef>
  </a:objectDefaults>
  <a:extraClrSchemeLst>
    <a:extraClrScheme>
      <a:clrScheme name="Title Slid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Assertion+Eviden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DED6BC"/>
      </a:accent1>
      <a:accent2>
        <a:srgbClr val="333399"/>
      </a:accent2>
      <a:accent3>
        <a:srgbClr val="FFFFFF"/>
      </a:accent3>
      <a:accent4>
        <a:srgbClr val="000000"/>
      </a:accent4>
      <a:accent5>
        <a:srgbClr val="ECE8DA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 xmlns="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8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Liberation Sans Regular" charset="0"/>
            <a:ea typeface="PingFang SC Regular" charset="0"/>
            <a:cs typeface="PingFang SC Regular" charset="0"/>
            <a:sym typeface="Liberation Sans Regular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 xmlns="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8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Liberation Sans Regular" charset="0"/>
            <a:ea typeface="PingFang SC Regular" charset="0"/>
            <a:cs typeface="PingFang SC Regular" charset="0"/>
            <a:sym typeface="Liberation Sans Regular" charset="0"/>
          </a:defRPr>
        </a:defPPr>
      </a:lstStyle>
    </a:lnDef>
    <a:txDef>
      <a:spPr>
        <a:noFill/>
      </a:spPr>
      <a:bodyPr wrap="square" rtlCol="0">
        <a:spAutoFit/>
      </a:bodyPr>
      <a:lstStyle>
        <a:defPPr>
          <a:defRPr dirty="0" smtClean="0"/>
        </a:defPPr>
      </a:lstStyle>
    </a:txDef>
  </a:objectDefaults>
  <a:extraClrSchemeLst>
    <a:extraClrScheme>
      <a:clrScheme name="Assertion+Evidenc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Hypersonic-simulation</Template>
  <TotalTime>0</TotalTime>
  <Words>483</Words>
  <Application>Microsoft Office PowerPoint</Application>
  <PresentationFormat>Benutzerdefiniert</PresentationFormat>
  <Paragraphs>126</Paragraphs>
  <Slides>11</Slides>
  <Notes>3</Notes>
  <HiddenSlides>0</HiddenSlides>
  <MMClips>1</MMClips>
  <ScaleCrop>false</ScaleCrop>
  <HeadingPairs>
    <vt:vector size="6" baseType="variant">
      <vt:variant>
        <vt:lpstr>Verwendete Schriftarten</vt:lpstr>
      </vt:variant>
      <vt:variant>
        <vt:i4>7</vt:i4>
      </vt:variant>
      <vt:variant>
        <vt:lpstr>Design</vt:lpstr>
      </vt:variant>
      <vt:variant>
        <vt:i4>2</vt:i4>
      </vt:variant>
      <vt:variant>
        <vt:lpstr>Folientitel</vt:lpstr>
      </vt:variant>
      <vt:variant>
        <vt:i4>11</vt:i4>
      </vt:variant>
    </vt:vector>
  </HeadingPairs>
  <TitlesOfParts>
    <vt:vector size="20" baseType="lpstr">
      <vt:lpstr>Liberation Sans Regular</vt:lpstr>
      <vt:lpstr>PingFang SC Regular</vt:lpstr>
      <vt:lpstr>Arial</vt:lpstr>
      <vt:lpstr>ヒラギノ角ゴ Pro W3</vt:lpstr>
      <vt:lpstr>Liberation Sans Bold</vt:lpstr>
      <vt:lpstr>Calibri</vt:lpstr>
      <vt:lpstr>DejaVu Sans</vt:lpstr>
      <vt:lpstr>Default Theme</vt:lpstr>
      <vt:lpstr>Assertion+Evidence</vt:lpstr>
      <vt:lpstr>Simulation of hypersonic flow in reentry like scenarios</vt:lpstr>
      <vt:lpstr>Agenda</vt:lpstr>
      <vt:lpstr>Definition of hypersonic flow in a reentry scenario</vt:lpstr>
      <vt:lpstr>Energy models</vt:lpstr>
      <vt:lpstr>Agenda</vt:lpstr>
      <vt:lpstr>openFoam native solver solution</vt:lpstr>
      <vt:lpstr>Agenda</vt:lpstr>
      <vt:lpstr>Agenda</vt:lpstr>
      <vt:lpstr>Agenda</vt:lpstr>
      <vt:lpstr>In Summary, simulation of hypersonic flows is complicated!</vt:lpstr>
      <vt:lpstr>Appendix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Heider</dc:creator>
  <cp:lastModifiedBy>Michael Heider</cp:lastModifiedBy>
  <cp:revision>2</cp:revision>
  <dcterms:created xsi:type="dcterms:W3CDTF">2025-07-20T19:22:31Z</dcterms:created>
  <dcterms:modified xsi:type="dcterms:W3CDTF">2025-07-21T10:41:20Z</dcterms:modified>
</cp:coreProperties>
</file>